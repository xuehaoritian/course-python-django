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wdp" ContentType="image/vnd.ms-photo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4"/>
  </p:notesMasterIdLst>
  <p:handoutMasterIdLst>
    <p:handoutMasterId r:id="rId35"/>
  </p:handoutMasterIdLst>
  <p:sldIdLst>
    <p:sldId id="256" r:id="rId2"/>
    <p:sldId id="257" r:id="rId3"/>
    <p:sldId id="258" r:id="rId4"/>
    <p:sldId id="269" r:id="rId5"/>
    <p:sldId id="288" r:id="rId6"/>
    <p:sldId id="259" r:id="rId7"/>
    <p:sldId id="260" r:id="rId8"/>
    <p:sldId id="261" r:id="rId9"/>
    <p:sldId id="265" r:id="rId10"/>
    <p:sldId id="262" r:id="rId11"/>
    <p:sldId id="266" r:id="rId12"/>
    <p:sldId id="263" r:id="rId13"/>
    <p:sldId id="270" r:id="rId14"/>
    <p:sldId id="264" r:id="rId15"/>
    <p:sldId id="285" r:id="rId16"/>
    <p:sldId id="286" r:id="rId17"/>
    <p:sldId id="267" r:id="rId18"/>
    <p:sldId id="272" r:id="rId19"/>
    <p:sldId id="268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7" r:id="rId3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24"/>
    <p:restoredTop sz="94592"/>
  </p:normalViewPr>
  <p:slideViewPr>
    <p:cSldViewPr>
      <p:cViewPr varScale="1">
        <p:scale>
          <a:sx n="104" d="100"/>
          <a:sy n="104" d="100"/>
        </p:scale>
        <p:origin x="1384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2" d="100"/>
          <a:sy n="82" d="100"/>
        </p:scale>
        <p:origin x="3096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handoutMaster" Target="handoutMasters/handoutMaster1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A6FA58-AC52-2B4F-A261-29368DEDA9BE}" type="datetimeFigureOut">
              <a:rPr kumimoji="1" lang="zh-CN" altLang="en-US" smtClean="0"/>
              <a:t>2017/9/6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96AD2E-CF09-1E4C-A9A1-4A566C75C4D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711467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F962F7-5739-AA48-A2F1-D4EDA62F5378}" type="datetimeFigureOut">
              <a:rPr kumimoji="1" lang="zh-CN" altLang="en-US" smtClean="0"/>
              <a:t>2017/9/6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EFA072-74A0-4A4F-9F4A-74FD354E919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63307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openxmlformats.org/officeDocument/2006/relationships/image" Target="../media/image3.png"/><Relationship Id="rId5" Type="http://schemas.microsoft.com/office/2007/relationships/hdphoto" Target="../media/hdphoto1.wdp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openxmlformats.org/officeDocument/2006/relationships/image" Target="../media/image3.png"/><Relationship Id="rId5" Type="http://schemas.microsoft.com/office/2007/relationships/hdphoto" Target="../media/hdphoto1.wdp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openxmlformats.org/officeDocument/2006/relationships/image" Target="../media/image2.png"/><Relationship Id="rId5" Type="http://schemas.microsoft.com/office/2007/relationships/hdphoto" Target="../media/hdphoto1.wdp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openxmlformats.org/officeDocument/2006/relationships/image" Target="../media/image2.png"/><Relationship Id="rId5" Type="http://schemas.microsoft.com/office/2007/relationships/hdphoto" Target="../media/hdphoto1.wdp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1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  <a:latin typeface="+mj-lt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F1863-E3FC-4592-A2EB-4C45FD44AA0C}" type="datetimeFigureOut">
              <a:rPr lang="zh-CN" altLang="en-US" smtClean="0"/>
              <a:t>2017/9/6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fld id="{DCD54573-B295-4DD8-A521-8312DFDD00FE}" type="slidenum">
              <a:rPr lang="zh-CN" altLang="en-US" smtClean="0"/>
              <a:t>‹#›</a:t>
            </a:fld>
            <a:endParaRPr lang="zh-CN" altLang="en-US"/>
          </a:p>
        </p:txBody>
      </p:sp>
    </p:spTree>
    <p:extLst/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latin typeface="+mj-lt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50000"/>
              </a:lnSpc>
              <a:defRPr sz="2400" b="1"/>
            </a:lvl1pPr>
            <a:lvl2pPr>
              <a:defRPr sz="2000" b="1"/>
            </a:lvl2pPr>
            <a:lvl3pPr>
              <a:defRPr sz="1800" b="1"/>
            </a:lvl3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二级</a:t>
            </a:r>
          </a:p>
          <a:p>
            <a:pPr lvl="2"/>
            <a:r>
              <a:rPr lang="zh-CN" altLang="en-US" dirty="0" smtClean="0"/>
              <a:t>三级</a:t>
            </a:r>
          </a:p>
          <a:p>
            <a:pPr lvl="3"/>
            <a:r>
              <a:rPr lang="zh-CN" altLang="en-US" dirty="0" smtClean="0"/>
              <a:t>四级</a:t>
            </a:r>
          </a:p>
          <a:p>
            <a:pPr lvl="4"/>
            <a:r>
              <a:rPr lang="zh-CN" altLang="en-US" dirty="0" smtClean="0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F1863-E3FC-4592-A2EB-4C45FD44AA0C}" type="datetimeFigureOut">
              <a:rPr lang="zh-CN" altLang="en-US" smtClean="0"/>
              <a:t>2017/9/6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54573-B295-4DD8-A521-8312DFDD00FE}" type="slidenum">
              <a:rPr lang="zh-CN" altLang="en-US" smtClean="0"/>
              <a:t>‹#›</a:t>
            </a:fld>
            <a:endParaRPr lang="zh-CN" altLang="en-US"/>
          </a:p>
        </p:txBody>
      </p:sp>
    </p:spTree>
    <p:extLst/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AA6F1863-E3FC-4592-A2EB-4C45FD44AA0C}" type="datetimeFigureOut">
              <a:rPr lang="zh-CN" altLang="en-US" smtClean="0"/>
              <a:t>2017/9/6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DCD54573-B295-4DD8-A521-8312DFDD00FE}" type="slidenum">
              <a:rPr lang="zh-CN" altLang="en-US" smtClean="0"/>
              <a:t>‹#›</a:t>
            </a:fld>
            <a:endParaRPr lang="zh-CN" altLang="en-US"/>
          </a:p>
        </p:txBody>
      </p:sp>
    </p:spTree>
    <p:extLst/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F1863-E3FC-4592-A2EB-4C45FD44AA0C}" type="datetimeFigureOut">
              <a:rPr lang="zh-CN" altLang="en-US" smtClean="0"/>
              <a:t>2017/9/6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54573-B295-4DD8-A521-8312DFDD00FE}" type="slidenum">
              <a:rPr lang="zh-CN" altLang="en-US" smtClean="0"/>
              <a:t>‹#›</a:t>
            </a:fld>
            <a:endParaRPr lang="zh-CN" altLang="en-US"/>
          </a:p>
        </p:txBody>
      </p:sp>
    </p:spTree>
    <p:extLst/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F1863-E3FC-4592-A2EB-4C45FD44AA0C}" type="datetimeFigureOut">
              <a:rPr lang="zh-CN" altLang="en-US" smtClean="0"/>
              <a:t>2017/9/6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54573-B295-4DD8-A521-8312DFDD00F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AA6F1863-E3FC-4592-A2EB-4C45FD44AA0C}" type="datetimeFigureOut">
              <a:rPr lang="zh-CN" altLang="en-US" smtClean="0"/>
              <a:t>2017/9/6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54573-B295-4DD8-A521-8312DFDD00F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</p:spTree>
    <p:extLst/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F1863-E3FC-4592-A2EB-4C45FD44AA0C}" type="datetimeFigureOut">
              <a:rPr lang="zh-CN" altLang="en-US" smtClean="0"/>
              <a:t>2017/9/6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54573-B295-4DD8-A521-8312DFDD00FE}" type="slidenum">
              <a:rPr lang="zh-CN" altLang="en-US" smtClean="0"/>
              <a:t>‹#›</a:t>
            </a:fld>
            <a:endParaRPr lang="zh-CN" altLang="en-US"/>
          </a:p>
        </p:txBody>
      </p:sp>
    </p:spTree>
    <p:extLst/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F1863-E3FC-4592-A2EB-4C45FD44AA0C}" type="datetimeFigureOut">
              <a:rPr lang="zh-CN" altLang="en-US" smtClean="0"/>
              <a:t>2017/9/6</a:t>
            </a:fld>
            <a:endParaRPr lang="zh-CN" alt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54573-B295-4DD8-A521-8312DFDD00FE}" type="slidenum">
              <a:rPr lang="zh-CN" altLang="en-US" smtClean="0"/>
              <a:t>‹#›</a:t>
            </a:fld>
            <a:endParaRPr lang="zh-CN" altLang="en-US"/>
          </a:p>
        </p:txBody>
      </p:sp>
    </p:spTree>
    <p:extLst/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将图片拖动到占位符，或单击添加图标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F1863-E3FC-4592-A2EB-4C45FD44AA0C}" type="datetimeFigureOut">
              <a:rPr lang="zh-CN" altLang="en-US" smtClean="0"/>
              <a:t>2017/9/6</a:t>
            </a:fld>
            <a:endParaRPr lang="zh-CN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54573-B295-4DD8-A521-8312DFDD00FE}" type="slidenum">
              <a:rPr lang="zh-CN" altLang="en-US" smtClean="0"/>
              <a:t>‹#›</a:t>
            </a:fld>
            <a:endParaRPr lang="zh-CN" altLang="en-US"/>
          </a:p>
        </p:txBody>
      </p:sp>
    </p:spTree>
    <p:extLst/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F1863-E3FC-4592-A2EB-4C45FD44AA0C}" type="datetimeFigureOut">
              <a:rPr lang="zh-CN" altLang="en-US" smtClean="0"/>
              <a:t>2017/9/6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54573-B295-4DD8-A521-8312DFDD00FE}" type="slidenum">
              <a:rPr lang="zh-CN" altLang="en-US" smtClean="0"/>
              <a:t>‹#›</a:t>
            </a:fld>
            <a:endParaRPr lang="zh-CN" altLang="en-US"/>
          </a:p>
        </p:txBody>
      </p:sp>
    </p:spTree>
    <p:extLst/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F1863-E3FC-4592-A2EB-4C45FD44AA0C}" type="datetimeFigureOut">
              <a:rPr lang="zh-CN" altLang="en-US" smtClean="0"/>
              <a:t>2017/9/6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54573-B295-4DD8-A521-8312DFDD00FE}" type="slidenum">
              <a:rPr lang="zh-CN" altLang="en-US" smtClean="0"/>
              <a:t>‹#›</a:t>
            </a:fld>
            <a:endParaRPr lang="zh-CN" altLang="en-US"/>
          </a:p>
        </p:txBody>
      </p:sp>
    </p:spTree>
    <p:extLst/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2.png"/><Relationship Id="rId14" Type="http://schemas.microsoft.com/office/2007/relationships/hdphoto" Target="../media/hdphoto1.wdp"/><Relationship Id="rId15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AA6F1863-E3FC-4592-A2EB-4C45FD44AA0C}" type="datetimeFigureOut">
              <a:rPr lang="zh-CN" altLang="en-US" smtClean="0"/>
              <a:t>2017/9/6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DCD54573-B295-4DD8-A521-8312DFDD00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2823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ocs.djangoproject.com/en/1.11/ref/forms/fields/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ocs.djangoproject.com/en/1.11/ref/forms/widgets/" TargetMode="External"/><Relationship Id="rId3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ocs.djangoproject.com/en/1.11/topics/forms/modelforms/" TargetMode="Externa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Django form</a:t>
            </a:r>
            <a:endParaRPr lang="zh-CN" altLang="en-US" dirty="0"/>
          </a:p>
        </p:txBody>
      </p:sp>
      <p:sp>
        <p:nvSpPr>
          <p:cNvPr id="4" name="副标题 2"/>
          <p:cNvSpPr txBox="1">
            <a:spLocks/>
          </p:cNvSpPr>
          <p:nvPr/>
        </p:nvSpPr>
        <p:spPr>
          <a:xfrm>
            <a:off x="8382000" y="6462178"/>
            <a:ext cx="738315" cy="3958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b="1" smtClean="0">
                <a:latin typeface="Times New Roman" charset="0"/>
                <a:ea typeface="Times New Roman" charset="0"/>
                <a:cs typeface="Times New Roman" charset="0"/>
              </a:rPr>
              <a:t>江琳</a:t>
            </a:r>
            <a:endParaRPr kumimoji="1" lang="zh-CN" altLang="en-US" b="1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5703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Html form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In HTML, a form is a collection of elements inside </a:t>
            </a:r>
            <a:r>
              <a:rPr lang="en-US" altLang="zh-CN" dirty="0">
                <a:solidFill>
                  <a:srgbClr val="0070C0"/>
                </a:solidFill>
              </a:rPr>
              <a:t>&lt;form&gt;...&lt;/form&gt;</a:t>
            </a:r>
            <a:r>
              <a:rPr lang="en-US" altLang="zh-CN" dirty="0"/>
              <a:t> that allow a visitor to do things like enter text, select options, manipulate objects or controls, and so on, and then send that information back to the server.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02085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Html form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Do</a:t>
            </a:r>
            <a:r>
              <a:rPr lang="zh-CN" altLang="en-US" dirty="0" smtClean="0"/>
              <a:t> </a:t>
            </a:r>
            <a:r>
              <a:rPr lang="en-US" altLang="zh-CN" dirty="0" smtClean="0"/>
              <a:t>you</a:t>
            </a:r>
            <a:r>
              <a:rPr lang="zh-CN" altLang="en-US" dirty="0" smtClean="0"/>
              <a:t> </a:t>
            </a:r>
            <a:r>
              <a:rPr lang="en-US" altLang="zh-CN" dirty="0" smtClean="0"/>
              <a:t>remember</a:t>
            </a:r>
            <a:r>
              <a:rPr lang="zh-CN" altLang="en-US" dirty="0" smtClean="0"/>
              <a:t> </a:t>
            </a:r>
            <a:r>
              <a:rPr lang="en-US" altLang="zh-CN" dirty="0" smtClean="0"/>
              <a:t>the</a:t>
            </a:r>
            <a:r>
              <a:rPr lang="zh-CN" altLang="en-US" dirty="0" smtClean="0"/>
              <a:t> </a:t>
            </a:r>
            <a:r>
              <a:rPr lang="en-US" altLang="zh-CN" dirty="0" smtClean="0"/>
              <a:t>form</a:t>
            </a:r>
            <a:r>
              <a:rPr lang="zh-CN" altLang="en-US" dirty="0" smtClean="0"/>
              <a:t> </a:t>
            </a:r>
            <a:r>
              <a:rPr lang="en-US" altLang="zh-CN" dirty="0" smtClean="0"/>
              <a:t>we</a:t>
            </a:r>
            <a:r>
              <a:rPr lang="zh-CN" altLang="en-US" dirty="0" smtClean="0"/>
              <a:t> </a:t>
            </a:r>
            <a:r>
              <a:rPr lang="en-US" altLang="zh-CN" dirty="0" smtClean="0"/>
              <a:t>write</a:t>
            </a:r>
            <a:r>
              <a:rPr lang="zh-CN" altLang="en-US" dirty="0" smtClean="0"/>
              <a:t> </a:t>
            </a:r>
            <a:r>
              <a:rPr lang="en-US" altLang="zh-CN" dirty="0" smtClean="0"/>
              <a:t>for</a:t>
            </a:r>
            <a:r>
              <a:rPr lang="zh-CN" altLang="en-US" dirty="0" smtClean="0"/>
              <a:t> </a:t>
            </a:r>
            <a:r>
              <a:rPr lang="en-US" altLang="zh-CN" dirty="0" smtClean="0"/>
              <a:t>backstage</a:t>
            </a:r>
            <a:r>
              <a:rPr lang="zh-CN" altLang="en-US" dirty="0" smtClean="0"/>
              <a:t> </a:t>
            </a:r>
            <a:r>
              <a:rPr lang="en-US" altLang="zh-CN" dirty="0" smtClean="0"/>
              <a:t>login</a:t>
            </a:r>
            <a:r>
              <a:rPr lang="zh-CN" altLang="en-US" dirty="0" smtClean="0"/>
              <a:t> </a:t>
            </a:r>
            <a:r>
              <a:rPr lang="en-US" altLang="zh-CN" dirty="0" smtClean="0"/>
              <a:t>page</a:t>
            </a:r>
            <a:r>
              <a:rPr lang="zh-CN" altLang="en-US" dirty="0" smtClean="0"/>
              <a:t> </a:t>
            </a:r>
            <a:r>
              <a:rPr lang="en-US" altLang="zh-CN" dirty="0" smtClean="0"/>
              <a:t>in</a:t>
            </a:r>
            <a:r>
              <a:rPr lang="zh-CN" altLang="en-US" dirty="0" smtClean="0"/>
              <a:t> </a:t>
            </a:r>
            <a:r>
              <a:rPr lang="en-US" altLang="zh-CN" dirty="0" err="1" smtClean="0"/>
              <a:t>index.html</a:t>
            </a:r>
            <a:r>
              <a:rPr lang="en-US" altLang="zh-CN" dirty="0" smtClean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214158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-3215" y="620688"/>
            <a:ext cx="9144000" cy="5355312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 smtClean="0">
                <a:effectLst/>
                <a:latin typeface="Courier" charset="0"/>
                <a:ea typeface="Courier" charset="0"/>
                <a:cs typeface="Courier" charset="0"/>
              </a:rPr>
              <a:t>&lt;</a:t>
            </a:r>
            <a:r>
              <a:rPr lang="en-US" altLang="zh-CN" b="1" dirty="0" smtClean="0">
                <a:solidFill>
                  <a:srgbClr val="000080"/>
                </a:solidFill>
                <a:effectLst/>
                <a:latin typeface="Courier" charset="0"/>
                <a:ea typeface="Courier" charset="0"/>
                <a:cs typeface="Courier" charset="0"/>
              </a:rPr>
              <a:t>form </a:t>
            </a:r>
            <a:r>
              <a:rPr lang="en-US" altLang="zh-CN" b="1" dirty="0" smtClean="0">
                <a:solidFill>
                  <a:srgbClr val="0000FF"/>
                </a:solidFill>
                <a:effectLst/>
                <a:latin typeface="Courier" charset="0"/>
                <a:ea typeface="Courier" charset="0"/>
                <a:cs typeface="Courier" charset="0"/>
              </a:rPr>
              <a:t>method=</a:t>
            </a:r>
            <a:r>
              <a:rPr lang="en-US" altLang="zh-CN" b="1" dirty="0" smtClean="0">
                <a:solidFill>
                  <a:srgbClr val="008000"/>
                </a:solidFill>
                <a:effectLst/>
                <a:latin typeface="Courier" charset="0"/>
                <a:ea typeface="Courier" charset="0"/>
                <a:cs typeface="Courier" charset="0"/>
              </a:rPr>
              <a:t>"post"</a:t>
            </a:r>
            <a:r>
              <a:rPr lang="en-US" altLang="zh-CN" b="1" dirty="0" smtClean="0">
                <a:effectLst/>
                <a:latin typeface="Courier" charset="0"/>
                <a:ea typeface="Courier" charset="0"/>
                <a:cs typeface="Courier" charset="0"/>
              </a:rPr>
              <a:t>&gt;</a:t>
            </a:r>
            <a:r>
              <a:rPr lang="en-US" altLang="zh-CN" b="1" dirty="0" smtClean="0">
                <a:latin typeface="Courier" charset="0"/>
                <a:ea typeface="Courier" charset="0"/>
                <a:cs typeface="Courier" charset="0"/>
              </a:rPr>
              <a:t/>
            </a:r>
            <a:br>
              <a:rPr lang="en-US" altLang="zh-CN" b="1" dirty="0" smtClean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 smtClean="0">
                <a:latin typeface="Courier" charset="0"/>
                <a:ea typeface="Courier" charset="0"/>
                <a:cs typeface="Courier" charset="0"/>
              </a:rPr>
              <a:t>    {% </a:t>
            </a:r>
            <a:r>
              <a:rPr lang="en-US" altLang="zh-CN" b="1" dirty="0" err="1" smtClean="0">
                <a:solidFill>
                  <a:srgbClr val="000080"/>
                </a:solidFill>
                <a:effectLst/>
                <a:latin typeface="Courier" charset="0"/>
                <a:ea typeface="Courier" charset="0"/>
                <a:cs typeface="Courier" charset="0"/>
              </a:rPr>
              <a:t>csrf_token</a:t>
            </a:r>
            <a:r>
              <a:rPr lang="en-US" altLang="zh-CN" b="1" dirty="0" smtClean="0">
                <a:solidFill>
                  <a:srgbClr val="000080"/>
                </a:solidFill>
                <a:effectLst/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b="1" dirty="0" smtClean="0">
                <a:latin typeface="Courier" charset="0"/>
                <a:ea typeface="Courier" charset="0"/>
                <a:cs typeface="Courier" charset="0"/>
              </a:rPr>
              <a:t>%}</a:t>
            </a:r>
            <a:br>
              <a:rPr lang="en-US" altLang="zh-CN" b="1" dirty="0" smtClean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 smtClean="0"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b="1" dirty="0" smtClean="0">
                <a:effectLst/>
                <a:latin typeface="Courier" charset="0"/>
                <a:ea typeface="Courier" charset="0"/>
                <a:cs typeface="Courier" charset="0"/>
              </a:rPr>
              <a:t>&lt;</a:t>
            </a:r>
            <a:r>
              <a:rPr lang="en-US" altLang="zh-CN" b="1" dirty="0" smtClean="0">
                <a:solidFill>
                  <a:srgbClr val="000080"/>
                </a:solidFill>
                <a:effectLst/>
                <a:latin typeface="Courier" charset="0"/>
                <a:ea typeface="Courier" charset="0"/>
                <a:cs typeface="Courier" charset="0"/>
              </a:rPr>
              <a:t>p </a:t>
            </a:r>
            <a:r>
              <a:rPr lang="en-US" altLang="zh-CN" b="1" dirty="0" smtClean="0">
                <a:solidFill>
                  <a:srgbClr val="0000FF"/>
                </a:solidFill>
                <a:effectLst/>
                <a:latin typeface="Courier" charset="0"/>
                <a:ea typeface="Courier" charset="0"/>
                <a:cs typeface="Courier" charset="0"/>
              </a:rPr>
              <a:t>style=</a:t>
            </a:r>
            <a:r>
              <a:rPr lang="en-US" altLang="zh-CN" b="1" dirty="0" smtClean="0">
                <a:solidFill>
                  <a:srgbClr val="008000"/>
                </a:solidFill>
                <a:effectLst/>
                <a:latin typeface="Courier" charset="0"/>
                <a:ea typeface="Courier" charset="0"/>
                <a:cs typeface="Courier" charset="0"/>
              </a:rPr>
              <a:t>"</a:t>
            </a:r>
            <a:r>
              <a:rPr lang="en-US" altLang="zh-CN" b="1" dirty="0" smtClean="0">
                <a:solidFill>
                  <a:srgbClr val="0000FF"/>
                </a:solidFill>
                <a:effectLst/>
                <a:latin typeface="Courier" charset="0"/>
                <a:ea typeface="Courier" charset="0"/>
                <a:cs typeface="Courier" charset="0"/>
              </a:rPr>
              <a:t>height</a:t>
            </a:r>
            <a:r>
              <a:rPr lang="en-US" altLang="zh-CN" b="1" dirty="0" smtClean="0">
                <a:latin typeface="Courier" charset="0"/>
                <a:ea typeface="Courier" charset="0"/>
                <a:cs typeface="Courier" charset="0"/>
              </a:rPr>
              <a:t>: </a:t>
            </a:r>
            <a:r>
              <a:rPr lang="en-US" altLang="zh-CN" b="1" dirty="0" smtClean="0">
                <a:solidFill>
                  <a:srgbClr val="0000FF"/>
                </a:solidFill>
                <a:effectLst/>
                <a:latin typeface="Courier" charset="0"/>
                <a:ea typeface="Courier" charset="0"/>
                <a:cs typeface="Courier" charset="0"/>
              </a:rPr>
              <a:t>15</a:t>
            </a:r>
            <a:r>
              <a:rPr lang="en-US" altLang="zh-CN" b="1" dirty="0" smtClean="0">
                <a:solidFill>
                  <a:srgbClr val="008000"/>
                </a:solidFill>
                <a:effectLst/>
                <a:latin typeface="Courier" charset="0"/>
                <a:ea typeface="Courier" charset="0"/>
                <a:cs typeface="Courier" charset="0"/>
              </a:rPr>
              <a:t>px"</a:t>
            </a:r>
            <a:r>
              <a:rPr lang="en-US" altLang="zh-CN" b="1" dirty="0" smtClean="0">
                <a:effectLst/>
                <a:latin typeface="Courier" charset="0"/>
                <a:ea typeface="Courier" charset="0"/>
                <a:cs typeface="Courier" charset="0"/>
              </a:rPr>
              <a:t>&gt;</a:t>
            </a:r>
            <a:r>
              <a:rPr lang="en-US" altLang="zh-CN" b="1" dirty="0" smtClean="0">
                <a:latin typeface="Courier" charset="0"/>
                <a:ea typeface="Courier" charset="0"/>
                <a:cs typeface="Courier" charset="0"/>
              </a:rPr>
              <a:t/>
            </a:r>
            <a:br>
              <a:rPr lang="en-US" altLang="zh-CN" b="1" dirty="0" smtClean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 smtClean="0">
                <a:latin typeface="Courier" charset="0"/>
                <a:ea typeface="Courier" charset="0"/>
                <a:cs typeface="Courier" charset="0"/>
              </a:rPr>
              <a:t>        {% </a:t>
            </a:r>
            <a:r>
              <a:rPr lang="en-US" altLang="zh-CN" b="1" dirty="0" smtClean="0">
                <a:solidFill>
                  <a:srgbClr val="000080"/>
                </a:solidFill>
                <a:effectLst/>
                <a:latin typeface="Courier" charset="0"/>
                <a:ea typeface="Courier" charset="0"/>
                <a:cs typeface="Courier" charset="0"/>
              </a:rPr>
              <a:t>for </a:t>
            </a:r>
            <a:r>
              <a:rPr lang="en-US" altLang="zh-CN" b="1" dirty="0" err="1" smtClean="0">
                <a:solidFill>
                  <a:srgbClr val="0000FF"/>
                </a:solidFill>
                <a:effectLst/>
                <a:latin typeface="Courier" charset="0"/>
                <a:ea typeface="Courier" charset="0"/>
                <a:cs typeface="Courier" charset="0"/>
              </a:rPr>
              <a:t>msg</a:t>
            </a:r>
            <a:r>
              <a:rPr lang="en-US" altLang="zh-CN" b="1" dirty="0" smtClean="0">
                <a:solidFill>
                  <a:srgbClr val="0000FF"/>
                </a:solidFill>
                <a:effectLst/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b="1" dirty="0" smtClean="0">
                <a:solidFill>
                  <a:srgbClr val="000080"/>
                </a:solidFill>
                <a:effectLst/>
                <a:latin typeface="Courier" charset="0"/>
                <a:ea typeface="Courier" charset="0"/>
                <a:cs typeface="Courier" charset="0"/>
              </a:rPr>
              <a:t>in </a:t>
            </a:r>
            <a:r>
              <a:rPr lang="en-US" altLang="zh-CN" b="1" dirty="0" smtClean="0">
                <a:solidFill>
                  <a:srgbClr val="0000FF"/>
                </a:solidFill>
                <a:effectLst/>
                <a:latin typeface="Courier" charset="0"/>
                <a:ea typeface="Courier" charset="0"/>
                <a:cs typeface="Courier" charset="0"/>
              </a:rPr>
              <a:t>messages </a:t>
            </a:r>
            <a:r>
              <a:rPr lang="en-US" altLang="zh-CN" b="1" dirty="0" smtClean="0">
                <a:latin typeface="Courier" charset="0"/>
                <a:ea typeface="Courier" charset="0"/>
                <a:cs typeface="Courier" charset="0"/>
              </a:rPr>
              <a:t>%}</a:t>
            </a:r>
            <a:br>
              <a:rPr lang="en-US" altLang="zh-CN" b="1" dirty="0" smtClean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 smtClean="0"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en-US" altLang="zh-CN" b="1" dirty="0" smtClean="0">
                <a:effectLst/>
                <a:latin typeface="Courier" charset="0"/>
                <a:ea typeface="Courier" charset="0"/>
                <a:cs typeface="Courier" charset="0"/>
              </a:rPr>
              <a:t>&lt;</a:t>
            </a:r>
            <a:r>
              <a:rPr lang="en-US" altLang="zh-CN" b="1" dirty="0" smtClean="0">
                <a:solidFill>
                  <a:srgbClr val="000080"/>
                </a:solidFill>
                <a:effectLst/>
                <a:latin typeface="Courier" charset="0"/>
                <a:ea typeface="Courier" charset="0"/>
                <a:cs typeface="Courier" charset="0"/>
              </a:rPr>
              <a:t>span </a:t>
            </a:r>
            <a:r>
              <a:rPr lang="en-US" altLang="zh-CN" b="1" dirty="0" smtClean="0">
                <a:solidFill>
                  <a:srgbClr val="0000FF"/>
                </a:solidFill>
                <a:effectLst/>
                <a:latin typeface="Courier" charset="0"/>
                <a:ea typeface="Courier" charset="0"/>
                <a:cs typeface="Courier" charset="0"/>
              </a:rPr>
              <a:t>class=</a:t>
            </a:r>
            <a:r>
              <a:rPr lang="en-US" altLang="zh-CN" b="1" dirty="0" smtClean="0">
                <a:solidFill>
                  <a:srgbClr val="008000"/>
                </a:solidFill>
                <a:effectLst/>
                <a:latin typeface="Courier" charset="0"/>
                <a:ea typeface="Courier" charset="0"/>
                <a:cs typeface="Courier" charset="0"/>
              </a:rPr>
              <a:t>"</a:t>
            </a:r>
            <a:r>
              <a:rPr lang="en-US" altLang="zh-CN" b="1" dirty="0" smtClean="0">
                <a:latin typeface="Courier" charset="0"/>
                <a:ea typeface="Courier" charset="0"/>
                <a:cs typeface="Courier" charset="0"/>
              </a:rPr>
              <a:t>{{ </a:t>
            </a:r>
            <a:r>
              <a:rPr lang="en-US" altLang="zh-CN" b="1" dirty="0" err="1" smtClean="0">
                <a:solidFill>
                  <a:srgbClr val="0000FF"/>
                </a:solidFill>
                <a:effectLst/>
                <a:latin typeface="Courier" charset="0"/>
                <a:ea typeface="Courier" charset="0"/>
                <a:cs typeface="Courier" charset="0"/>
              </a:rPr>
              <a:t>msg</a:t>
            </a:r>
            <a:r>
              <a:rPr lang="en-US" altLang="zh-CN" b="1" dirty="0" err="1" smtClean="0"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b="1" dirty="0" err="1" smtClean="0">
                <a:solidFill>
                  <a:srgbClr val="0000FF"/>
                </a:solidFill>
                <a:effectLst/>
                <a:latin typeface="Courier" charset="0"/>
                <a:ea typeface="Courier" charset="0"/>
                <a:cs typeface="Courier" charset="0"/>
              </a:rPr>
              <a:t>tags</a:t>
            </a:r>
            <a:r>
              <a:rPr lang="en-US" altLang="zh-CN" b="1" dirty="0" smtClean="0">
                <a:solidFill>
                  <a:srgbClr val="0000FF"/>
                </a:solidFill>
                <a:effectLst/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b="1" dirty="0" smtClean="0">
                <a:latin typeface="Courier" charset="0"/>
                <a:ea typeface="Courier" charset="0"/>
                <a:cs typeface="Courier" charset="0"/>
              </a:rPr>
              <a:t>}}</a:t>
            </a:r>
            <a:r>
              <a:rPr lang="en-US" altLang="zh-CN" b="1" dirty="0" smtClean="0">
                <a:solidFill>
                  <a:srgbClr val="008000"/>
                </a:solidFill>
                <a:effectLst/>
                <a:latin typeface="Courier" charset="0"/>
                <a:ea typeface="Courier" charset="0"/>
                <a:cs typeface="Courier" charset="0"/>
              </a:rPr>
              <a:t>"</a:t>
            </a:r>
            <a:r>
              <a:rPr lang="en-US" altLang="zh-CN" b="1" dirty="0" smtClean="0">
                <a:effectLst/>
                <a:latin typeface="Courier" charset="0"/>
                <a:ea typeface="Courier" charset="0"/>
                <a:cs typeface="Courier" charset="0"/>
              </a:rPr>
              <a:t>&gt;</a:t>
            </a:r>
            <a:r>
              <a:rPr lang="en-US" altLang="zh-CN" b="1" dirty="0" smtClean="0">
                <a:latin typeface="Courier" charset="0"/>
                <a:ea typeface="Courier" charset="0"/>
                <a:cs typeface="Courier" charset="0"/>
              </a:rPr>
              <a:t>{{ </a:t>
            </a:r>
            <a:r>
              <a:rPr lang="en-US" altLang="zh-CN" b="1" dirty="0" err="1" smtClean="0">
                <a:solidFill>
                  <a:srgbClr val="0000FF"/>
                </a:solidFill>
                <a:effectLst/>
                <a:latin typeface="Courier" charset="0"/>
                <a:ea typeface="Courier" charset="0"/>
                <a:cs typeface="Courier" charset="0"/>
              </a:rPr>
              <a:t>msg</a:t>
            </a:r>
            <a:r>
              <a:rPr lang="en-US" altLang="zh-CN" b="1" dirty="0" smtClean="0">
                <a:solidFill>
                  <a:srgbClr val="0000FF"/>
                </a:solidFill>
                <a:effectLst/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b="1" dirty="0" smtClean="0">
                <a:latin typeface="Courier" charset="0"/>
                <a:ea typeface="Courier" charset="0"/>
                <a:cs typeface="Courier" charset="0"/>
              </a:rPr>
              <a:t>}}</a:t>
            </a:r>
            <a:r>
              <a:rPr lang="en-US" altLang="zh-CN" b="1" dirty="0" smtClean="0">
                <a:effectLst/>
                <a:latin typeface="Courier" charset="0"/>
                <a:ea typeface="Courier" charset="0"/>
                <a:cs typeface="Courier" charset="0"/>
              </a:rPr>
              <a:t>&lt;/</a:t>
            </a:r>
            <a:r>
              <a:rPr lang="en-US" altLang="zh-CN" b="1" dirty="0" smtClean="0">
                <a:solidFill>
                  <a:srgbClr val="000080"/>
                </a:solidFill>
                <a:effectLst/>
                <a:latin typeface="Courier" charset="0"/>
                <a:ea typeface="Courier" charset="0"/>
                <a:cs typeface="Courier" charset="0"/>
              </a:rPr>
              <a:t>span</a:t>
            </a:r>
            <a:r>
              <a:rPr lang="en-US" altLang="zh-CN" b="1" dirty="0" smtClean="0">
                <a:effectLst/>
                <a:latin typeface="Courier" charset="0"/>
                <a:ea typeface="Courier" charset="0"/>
                <a:cs typeface="Courier" charset="0"/>
              </a:rPr>
              <a:t>&gt;</a:t>
            </a:r>
            <a:r>
              <a:rPr lang="en-US" altLang="zh-CN" b="1" dirty="0" smtClean="0">
                <a:latin typeface="Courier" charset="0"/>
                <a:ea typeface="Courier" charset="0"/>
                <a:cs typeface="Courier" charset="0"/>
              </a:rPr>
              <a:t/>
            </a:r>
            <a:br>
              <a:rPr lang="en-US" altLang="zh-CN" b="1" dirty="0" smtClean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 smtClean="0">
                <a:latin typeface="Courier" charset="0"/>
                <a:ea typeface="Courier" charset="0"/>
                <a:cs typeface="Courier" charset="0"/>
              </a:rPr>
              <a:t>        {% </a:t>
            </a:r>
            <a:r>
              <a:rPr lang="en-US" altLang="zh-CN" b="1" dirty="0" err="1" smtClean="0">
                <a:solidFill>
                  <a:srgbClr val="000080"/>
                </a:solidFill>
                <a:effectLst/>
                <a:latin typeface="Courier" charset="0"/>
                <a:ea typeface="Courier" charset="0"/>
                <a:cs typeface="Courier" charset="0"/>
              </a:rPr>
              <a:t>endfor</a:t>
            </a:r>
            <a:r>
              <a:rPr lang="en-US" altLang="zh-CN" b="1" dirty="0" smtClean="0">
                <a:solidFill>
                  <a:srgbClr val="000080"/>
                </a:solidFill>
                <a:effectLst/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b="1" dirty="0" smtClean="0">
                <a:latin typeface="Courier" charset="0"/>
                <a:ea typeface="Courier" charset="0"/>
                <a:cs typeface="Courier" charset="0"/>
              </a:rPr>
              <a:t>%}</a:t>
            </a:r>
            <a:br>
              <a:rPr lang="en-US" altLang="zh-CN" b="1" dirty="0" smtClean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 smtClean="0"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b="1" dirty="0" smtClean="0">
                <a:effectLst/>
                <a:latin typeface="Courier" charset="0"/>
                <a:ea typeface="Courier" charset="0"/>
                <a:cs typeface="Courier" charset="0"/>
              </a:rPr>
              <a:t>&lt;/</a:t>
            </a:r>
            <a:r>
              <a:rPr lang="en-US" altLang="zh-CN" b="1" dirty="0" smtClean="0">
                <a:solidFill>
                  <a:srgbClr val="000080"/>
                </a:solidFill>
                <a:effectLst/>
                <a:latin typeface="Courier" charset="0"/>
                <a:ea typeface="Courier" charset="0"/>
                <a:cs typeface="Courier" charset="0"/>
              </a:rPr>
              <a:t>p</a:t>
            </a:r>
            <a:r>
              <a:rPr lang="en-US" altLang="zh-CN" b="1" dirty="0" smtClean="0">
                <a:effectLst/>
                <a:latin typeface="Courier" charset="0"/>
                <a:ea typeface="Courier" charset="0"/>
                <a:cs typeface="Courier" charset="0"/>
              </a:rPr>
              <a:t>&gt;</a:t>
            </a:r>
            <a:r>
              <a:rPr lang="en-US" altLang="zh-CN" b="1" dirty="0" smtClean="0">
                <a:latin typeface="Courier" charset="0"/>
                <a:ea typeface="Courier" charset="0"/>
                <a:cs typeface="Courier" charset="0"/>
              </a:rPr>
              <a:t/>
            </a:r>
            <a:br>
              <a:rPr lang="en-US" altLang="zh-CN" b="1" dirty="0" smtClean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 smtClean="0"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b="1" dirty="0" smtClean="0">
                <a:effectLst/>
                <a:latin typeface="Courier" charset="0"/>
                <a:ea typeface="Courier" charset="0"/>
                <a:cs typeface="Courier" charset="0"/>
              </a:rPr>
              <a:t>&lt;</a:t>
            </a:r>
            <a:r>
              <a:rPr lang="en-US" altLang="zh-CN" b="1" dirty="0" smtClean="0">
                <a:solidFill>
                  <a:srgbClr val="000080"/>
                </a:solidFill>
                <a:effectLst/>
                <a:latin typeface="Courier" charset="0"/>
                <a:ea typeface="Courier" charset="0"/>
                <a:cs typeface="Courier" charset="0"/>
              </a:rPr>
              <a:t>p</a:t>
            </a:r>
            <a:r>
              <a:rPr lang="en-US" altLang="zh-CN" b="1" dirty="0" smtClean="0">
                <a:effectLst/>
                <a:latin typeface="Courier" charset="0"/>
                <a:ea typeface="Courier" charset="0"/>
                <a:cs typeface="Courier" charset="0"/>
              </a:rPr>
              <a:t>&gt;</a:t>
            </a:r>
            <a:r>
              <a:rPr lang="en-US" altLang="zh-CN" b="1" dirty="0" smtClean="0">
                <a:latin typeface="Courier" charset="0"/>
                <a:ea typeface="Courier" charset="0"/>
                <a:cs typeface="Courier" charset="0"/>
              </a:rPr>
              <a:t/>
            </a:r>
            <a:br>
              <a:rPr lang="en-US" altLang="zh-CN" b="1" dirty="0" smtClean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 smtClean="0"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en-US" altLang="zh-CN" b="1" dirty="0" smtClean="0">
                <a:effectLst/>
                <a:latin typeface="Courier" charset="0"/>
                <a:ea typeface="Courier" charset="0"/>
                <a:cs typeface="Courier" charset="0"/>
              </a:rPr>
              <a:t>&lt;</a:t>
            </a:r>
            <a:r>
              <a:rPr lang="en-US" altLang="zh-CN" b="1" dirty="0" smtClean="0">
                <a:solidFill>
                  <a:srgbClr val="000080"/>
                </a:solidFill>
                <a:effectLst/>
                <a:latin typeface="Courier" charset="0"/>
                <a:ea typeface="Courier" charset="0"/>
                <a:cs typeface="Courier" charset="0"/>
              </a:rPr>
              <a:t>label</a:t>
            </a:r>
            <a:r>
              <a:rPr lang="en-US" altLang="zh-CN" b="1" dirty="0" smtClean="0">
                <a:effectLst/>
                <a:latin typeface="Courier" charset="0"/>
                <a:ea typeface="Courier" charset="0"/>
                <a:cs typeface="Courier" charset="0"/>
              </a:rPr>
              <a:t>&gt;</a:t>
            </a:r>
            <a:r>
              <a:rPr lang="en-US" altLang="zh-CN" b="1" dirty="0" smtClean="0">
                <a:latin typeface="Courier" charset="0"/>
                <a:ea typeface="Courier" charset="0"/>
                <a:cs typeface="Courier" charset="0"/>
              </a:rPr>
              <a:t>Username:</a:t>
            </a:r>
            <a:r>
              <a:rPr lang="en-US" altLang="zh-CN" b="1" dirty="0" smtClean="0">
                <a:effectLst/>
                <a:latin typeface="Courier" charset="0"/>
                <a:ea typeface="Courier" charset="0"/>
                <a:cs typeface="Courier" charset="0"/>
              </a:rPr>
              <a:t>&lt;/</a:t>
            </a:r>
            <a:r>
              <a:rPr lang="en-US" altLang="zh-CN" b="1" dirty="0" smtClean="0">
                <a:solidFill>
                  <a:srgbClr val="000080"/>
                </a:solidFill>
                <a:effectLst/>
                <a:latin typeface="Courier" charset="0"/>
                <a:ea typeface="Courier" charset="0"/>
                <a:cs typeface="Courier" charset="0"/>
              </a:rPr>
              <a:t>label</a:t>
            </a:r>
            <a:r>
              <a:rPr lang="en-US" altLang="zh-CN" b="1" dirty="0" smtClean="0">
                <a:effectLst/>
                <a:latin typeface="Courier" charset="0"/>
                <a:ea typeface="Courier" charset="0"/>
                <a:cs typeface="Courier" charset="0"/>
              </a:rPr>
              <a:t>&gt;</a:t>
            </a:r>
            <a:r>
              <a:rPr lang="en-US" altLang="zh-CN" b="1" dirty="0" smtClean="0">
                <a:latin typeface="Courier" charset="0"/>
                <a:ea typeface="Courier" charset="0"/>
                <a:cs typeface="Courier" charset="0"/>
              </a:rPr>
              <a:t/>
            </a:r>
            <a:br>
              <a:rPr lang="en-US" altLang="zh-CN" b="1" dirty="0" smtClean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 smtClean="0"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en-US" altLang="zh-CN" b="1" dirty="0" smtClean="0">
                <a:effectLst/>
                <a:latin typeface="Courier" charset="0"/>
                <a:ea typeface="Courier" charset="0"/>
                <a:cs typeface="Courier" charset="0"/>
              </a:rPr>
              <a:t>&lt;</a:t>
            </a:r>
            <a:r>
              <a:rPr lang="en-US" altLang="zh-CN" b="1" dirty="0" smtClean="0">
                <a:solidFill>
                  <a:srgbClr val="000080"/>
                </a:solidFill>
                <a:effectLst/>
                <a:latin typeface="Courier" charset="0"/>
                <a:ea typeface="Courier" charset="0"/>
                <a:cs typeface="Courier" charset="0"/>
              </a:rPr>
              <a:t>input </a:t>
            </a:r>
            <a:r>
              <a:rPr lang="en-US" altLang="zh-CN" b="1" dirty="0" smtClean="0">
                <a:solidFill>
                  <a:srgbClr val="0000FF"/>
                </a:solidFill>
                <a:effectLst/>
                <a:latin typeface="Courier" charset="0"/>
                <a:ea typeface="Courier" charset="0"/>
                <a:cs typeface="Courier" charset="0"/>
              </a:rPr>
              <a:t>type=</a:t>
            </a:r>
            <a:r>
              <a:rPr lang="en-US" altLang="zh-CN" b="1" dirty="0" smtClean="0">
                <a:solidFill>
                  <a:srgbClr val="008000"/>
                </a:solidFill>
                <a:effectLst/>
                <a:latin typeface="Courier" charset="0"/>
                <a:ea typeface="Courier" charset="0"/>
                <a:cs typeface="Courier" charset="0"/>
              </a:rPr>
              <a:t>"text" </a:t>
            </a:r>
            <a:r>
              <a:rPr lang="en-US" altLang="zh-CN" b="1" dirty="0" smtClean="0">
                <a:solidFill>
                  <a:srgbClr val="0000FF"/>
                </a:solidFill>
                <a:effectLst/>
                <a:latin typeface="Courier" charset="0"/>
                <a:ea typeface="Courier" charset="0"/>
                <a:cs typeface="Courier" charset="0"/>
              </a:rPr>
              <a:t>placeholder=</a:t>
            </a:r>
            <a:r>
              <a:rPr lang="en-US" altLang="zh-CN" b="1" dirty="0" smtClean="0">
                <a:solidFill>
                  <a:srgbClr val="008000"/>
                </a:solidFill>
                <a:effectLst/>
                <a:latin typeface="Courier" charset="0"/>
                <a:ea typeface="Courier" charset="0"/>
                <a:cs typeface="Courier" charset="0"/>
              </a:rPr>
              <a:t>"username" </a:t>
            </a:r>
            <a:r>
              <a:rPr lang="en-US" altLang="zh-CN" b="1" dirty="0" smtClean="0">
                <a:solidFill>
                  <a:srgbClr val="0000FF"/>
                </a:solidFill>
                <a:effectLst/>
                <a:latin typeface="Courier" charset="0"/>
                <a:ea typeface="Courier" charset="0"/>
                <a:cs typeface="Courier" charset="0"/>
              </a:rPr>
              <a:t>name=</a:t>
            </a:r>
            <a:r>
              <a:rPr lang="en-US" altLang="zh-CN" b="1" dirty="0" smtClean="0">
                <a:solidFill>
                  <a:srgbClr val="008000"/>
                </a:solidFill>
                <a:effectLst/>
                <a:latin typeface="Courier" charset="0"/>
                <a:ea typeface="Courier" charset="0"/>
                <a:cs typeface="Courier" charset="0"/>
              </a:rPr>
              <a:t>"username"</a:t>
            </a:r>
            <a:r>
              <a:rPr lang="en-US" altLang="zh-CN" b="1" dirty="0" smtClean="0">
                <a:effectLst/>
                <a:latin typeface="Courier" charset="0"/>
                <a:ea typeface="Courier" charset="0"/>
                <a:cs typeface="Courier" charset="0"/>
              </a:rPr>
              <a:t>&gt;</a:t>
            </a:r>
            <a:r>
              <a:rPr lang="en-US" altLang="zh-CN" b="1" dirty="0" smtClean="0">
                <a:latin typeface="Courier" charset="0"/>
                <a:ea typeface="Courier" charset="0"/>
                <a:cs typeface="Courier" charset="0"/>
              </a:rPr>
              <a:t/>
            </a:r>
            <a:br>
              <a:rPr lang="en-US" altLang="zh-CN" b="1" dirty="0" smtClean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 smtClean="0"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b="1" dirty="0" smtClean="0">
                <a:effectLst/>
                <a:latin typeface="Courier" charset="0"/>
                <a:ea typeface="Courier" charset="0"/>
                <a:cs typeface="Courier" charset="0"/>
              </a:rPr>
              <a:t>&lt;/</a:t>
            </a:r>
            <a:r>
              <a:rPr lang="en-US" altLang="zh-CN" b="1" dirty="0" smtClean="0">
                <a:solidFill>
                  <a:srgbClr val="000080"/>
                </a:solidFill>
                <a:effectLst/>
                <a:latin typeface="Courier" charset="0"/>
                <a:ea typeface="Courier" charset="0"/>
                <a:cs typeface="Courier" charset="0"/>
              </a:rPr>
              <a:t>p</a:t>
            </a:r>
            <a:r>
              <a:rPr lang="en-US" altLang="zh-CN" b="1" dirty="0" smtClean="0">
                <a:effectLst/>
                <a:latin typeface="Courier" charset="0"/>
                <a:ea typeface="Courier" charset="0"/>
                <a:cs typeface="Courier" charset="0"/>
              </a:rPr>
              <a:t>&gt;</a:t>
            </a:r>
            <a:r>
              <a:rPr lang="en-US" altLang="zh-CN" b="1" dirty="0" smtClean="0">
                <a:latin typeface="Courier" charset="0"/>
                <a:ea typeface="Courier" charset="0"/>
                <a:cs typeface="Courier" charset="0"/>
              </a:rPr>
              <a:t/>
            </a:r>
            <a:br>
              <a:rPr lang="en-US" altLang="zh-CN" b="1" dirty="0" smtClean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 smtClean="0"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b="1" dirty="0" smtClean="0">
                <a:effectLst/>
                <a:latin typeface="Courier" charset="0"/>
                <a:ea typeface="Courier" charset="0"/>
                <a:cs typeface="Courier" charset="0"/>
              </a:rPr>
              <a:t>&lt;</a:t>
            </a:r>
            <a:r>
              <a:rPr lang="en-US" altLang="zh-CN" b="1" dirty="0" smtClean="0">
                <a:solidFill>
                  <a:srgbClr val="000080"/>
                </a:solidFill>
                <a:effectLst/>
                <a:latin typeface="Courier" charset="0"/>
                <a:ea typeface="Courier" charset="0"/>
                <a:cs typeface="Courier" charset="0"/>
              </a:rPr>
              <a:t>p</a:t>
            </a:r>
            <a:r>
              <a:rPr lang="en-US" altLang="zh-CN" b="1" dirty="0" smtClean="0">
                <a:effectLst/>
                <a:latin typeface="Courier" charset="0"/>
                <a:ea typeface="Courier" charset="0"/>
                <a:cs typeface="Courier" charset="0"/>
              </a:rPr>
              <a:t>&gt;</a:t>
            </a:r>
            <a:r>
              <a:rPr lang="en-US" altLang="zh-CN" b="1" dirty="0" smtClean="0">
                <a:latin typeface="Courier" charset="0"/>
                <a:ea typeface="Courier" charset="0"/>
                <a:cs typeface="Courier" charset="0"/>
              </a:rPr>
              <a:t/>
            </a:r>
            <a:br>
              <a:rPr lang="en-US" altLang="zh-CN" b="1" dirty="0" smtClean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 smtClean="0">
                <a:latin typeface="Courier" charset="0"/>
                <a:ea typeface="Courier" charset="0"/>
                <a:cs typeface="Courier" charset="0"/>
              </a:rPr>
              <a:t>       </a:t>
            </a:r>
            <a:r>
              <a:rPr lang="en-US" altLang="zh-CN" b="1" dirty="0" smtClean="0">
                <a:effectLst/>
                <a:latin typeface="Courier" charset="0"/>
                <a:ea typeface="Courier" charset="0"/>
                <a:cs typeface="Courier" charset="0"/>
              </a:rPr>
              <a:t>&lt;</a:t>
            </a:r>
            <a:r>
              <a:rPr lang="en-US" altLang="zh-CN" b="1" dirty="0" smtClean="0">
                <a:solidFill>
                  <a:srgbClr val="000080"/>
                </a:solidFill>
                <a:effectLst/>
                <a:latin typeface="Courier" charset="0"/>
                <a:ea typeface="Courier" charset="0"/>
                <a:cs typeface="Courier" charset="0"/>
              </a:rPr>
              <a:t>label</a:t>
            </a:r>
            <a:r>
              <a:rPr lang="en-US" altLang="zh-CN" b="1" dirty="0" smtClean="0">
                <a:effectLst/>
                <a:latin typeface="Courier" charset="0"/>
                <a:ea typeface="Courier" charset="0"/>
                <a:cs typeface="Courier" charset="0"/>
              </a:rPr>
              <a:t>&gt;</a:t>
            </a:r>
            <a:r>
              <a:rPr lang="en-US" altLang="zh-CN" b="1" dirty="0" smtClean="0">
                <a:latin typeface="Courier" charset="0"/>
                <a:ea typeface="Courier" charset="0"/>
                <a:cs typeface="Courier" charset="0"/>
              </a:rPr>
              <a:t>Password:</a:t>
            </a:r>
            <a:r>
              <a:rPr lang="en-US" altLang="zh-CN" b="1" dirty="0" smtClean="0">
                <a:effectLst/>
                <a:latin typeface="Courier" charset="0"/>
                <a:ea typeface="Courier" charset="0"/>
                <a:cs typeface="Courier" charset="0"/>
              </a:rPr>
              <a:t>&lt;/</a:t>
            </a:r>
            <a:r>
              <a:rPr lang="en-US" altLang="zh-CN" b="1" dirty="0" smtClean="0">
                <a:solidFill>
                  <a:srgbClr val="000080"/>
                </a:solidFill>
                <a:effectLst/>
                <a:latin typeface="Courier" charset="0"/>
                <a:ea typeface="Courier" charset="0"/>
                <a:cs typeface="Courier" charset="0"/>
              </a:rPr>
              <a:t>label</a:t>
            </a:r>
            <a:r>
              <a:rPr lang="en-US" altLang="zh-CN" b="1" dirty="0" smtClean="0">
                <a:effectLst/>
                <a:latin typeface="Courier" charset="0"/>
                <a:ea typeface="Courier" charset="0"/>
                <a:cs typeface="Courier" charset="0"/>
              </a:rPr>
              <a:t>&gt;</a:t>
            </a:r>
            <a:r>
              <a:rPr lang="en-US" altLang="zh-CN" b="1" dirty="0" smtClean="0">
                <a:latin typeface="Courier" charset="0"/>
                <a:ea typeface="Courier" charset="0"/>
                <a:cs typeface="Courier" charset="0"/>
              </a:rPr>
              <a:t/>
            </a:r>
            <a:br>
              <a:rPr lang="en-US" altLang="zh-CN" b="1" dirty="0" smtClean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 smtClean="0">
                <a:latin typeface="Courier" charset="0"/>
                <a:ea typeface="Courier" charset="0"/>
                <a:cs typeface="Courier" charset="0"/>
              </a:rPr>
              <a:t>       </a:t>
            </a:r>
            <a:r>
              <a:rPr lang="en-US" altLang="zh-CN" b="1" dirty="0" smtClean="0">
                <a:effectLst/>
                <a:latin typeface="Courier" charset="0"/>
                <a:ea typeface="Courier" charset="0"/>
                <a:cs typeface="Courier" charset="0"/>
              </a:rPr>
              <a:t>&lt;</a:t>
            </a:r>
            <a:r>
              <a:rPr lang="en-US" altLang="zh-CN" b="1" dirty="0" smtClean="0">
                <a:solidFill>
                  <a:srgbClr val="000080"/>
                </a:solidFill>
                <a:effectLst/>
                <a:latin typeface="Courier" charset="0"/>
                <a:ea typeface="Courier" charset="0"/>
                <a:cs typeface="Courier" charset="0"/>
              </a:rPr>
              <a:t>input </a:t>
            </a:r>
            <a:r>
              <a:rPr lang="en-US" altLang="zh-CN" b="1" dirty="0" smtClean="0">
                <a:solidFill>
                  <a:srgbClr val="0000FF"/>
                </a:solidFill>
                <a:effectLst/>
                <a:latin typeface="Courier" charset="0"/>
                <a:ea typeface="Courier" charset="0"/>
                <a:cs typeface="Courier" charset="0"/>
              </a:rPr>
              <a:t>type=</a:t>
            </a:r>
            <a:r>
              <a:rPr lang="en-US" altLang="zh-CN" b="1" dirty="0" smtClean="0">
                <a:solidFill>
                  <a:srgbClr val="008000"/>
                </a:solidFill>
                <a:effectLst/>
                <a:latin typeface="Courier" charset="0"/>
                <a:ea typeface="Courier" charset="0"/>
                <a:cs typeface="Courier" charset="0"/>
              </a:rPr>
              <a:t>"password" </a:t>
            </a:r>
            <a:r>
              <a:rPr lang="en-US" altLang="zh-CN" b="1" dirty="0" smtClean="0">
                <a:solidFill>
                  <a:srgbClr val="0000FF"/>
                </a:solidFill>
                <a:effectLst/>
                <a:latin typeface="Courier" charset="0"/>
                <a:ea typeface="Courier" charset="0"/>
                <a:cs typeface="Courier" charset="0"/>
              </a:rPr>
              <a:t>placeholder=</a:t>
            </a:r>
            <a:r>
              <a:rPr lang="en-US" altLang="zh-CN" b="1" dirty="0" smtClean="0">
                <a:solidFill>
                  <a:srgbClr val="008000"/>
                </a:solidFill>
                <a:effectLst/>
                <a:latin typeface="Courier" charset="0"/>
                <a:ea typeface="Courier" charset="0"/>
                <a:cs typeface="Courier" charset="0"/>
              </a:rPr>
              <a:t>"password" </a:t>
            </a:r>
            <a:r>
              <a:rPr lang="en-US" altLang="zh-CN" b="1" dirty="0" smtClean="0">
                <a:solidFill>
                  <a:srgbClr val="0000FF"/>
                </a:solidFill>
                <a:effectLst/>
                <a:latin typeface="Courier" charset="0"/>
                <a:ea typeface="Courier" charset="0"/>
                <a:cs typeface="Courier" charset="0"/>
              </a:rPr>
              <a:t>name=</a:t>
            </a:r>
            <a:r>
              <a:rPr lang="en-US" altLang="zh-CN" b="1" dirty="0" smtClean="0">
                <a:solidFill>
                  <a:srgbClr val="008000"/>
                </a:solidFill>
                <a:effectLst/>
                <a:latin typeface="Courier" charset="0"/>
                <a:ea typeface="Courier" charset="0"/>
                <a:cs typeface="Courier" charset="0"/>
              </a:rPr>
              <a:t>"password"</a:t>
            </a:r>
            <a:r>
              <a:rPr lang="en-US" altLang="zh-CN" b="1" dirty="0" smtClean="0">
                <a:effectLst/>
                <a:latin typeface="Courier" charset="0"/>
                <a:ea typeface="Courier" charset="0"/>
                <a:cs typeface="Courier" charset="0"/>
              </a:rPr>
              <a:t>&gt;</a:t>
            </a:r>
            <a:r>
              <a:rPr lang="en-US" altLang="zh-CN" b="1" dirty="0" smtClean="0">
                <a:latin typeface="Courier" charset="0"/>
                <a:ea typeface="Courier" charset="0"/>
                <a:cs typeface="Courier" charset="0"/>
              </a:rPr>
              <a:t/>
            </a:r>
            <a:br>
              <a:rPr lang="en-US" altLang="zh-CN" b="1" dirty="0" smtClean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 smtClean="0"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b="1" dirty="0" smtClean="0">
                <a:effectLst/>
                <a:latin typeface="Courier" charset="0"/>
                <a:ea typeface="Courier" charset="0"/>
                <a:cs typeface="Courier" charset="0"/>
              </a:rPr>
              <a:t>&lt;/</a:t>
            </a:r>
            <a:r>
              <a:rPr lang="en-US" altLang="zh-CN" b="1" dirty="0" smtClean="0">
                <a:solidFill>
                  <a:srgbClr val="000080"/>
                </a:solidFill>
                <a:effectLst/>
                <a:latin typeface="Courier" charset="0"/>
                <a:ea typeface="Courier" charset="0"/>
                <a:cs typeface="Courier" charset="0"/>
              </a:rPr>
              <a:t>p</a:t>
            </a:r>
            <a:r>
              <a:rPr lang="en-US" altLang="zh-CN" b="1" dirty="0" smtClean="0">
                <a:effectLst/>
                <a:latin typeface="Courier" charset="0"/>
                <a:ea typeface="Courier" charset="0"/>
                <a:cs typeface="Courier" charset="0"/>
              </a:rPr>
              <a:t>&gt;</a:t>
            </a:r>
            <a:r>
              <a:rPr lang="en-US" altLang="zh-CN" b="1" dirty="0" smtClean="0">
                <a:latin typeface="Courier" charset="0"/>
                <a:ea typeface="Courier" charset="0"/>
                <a:cs typeface="Courier" charset="0"/>
              </a:rPr>
              <a:t/>
            </a:r>
            <a:br>
              <a:rPr lang="en-US" altLang="zh-CN" b="1" dirty="0" smtClean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 smtClean="0"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b="1" dirty="0" smtClean="0">
                <a:effectLst/>
                <a:latin typeface="Courier" charset="0"/>
                <a:ea typeface="Courier" charset="0"/>
                <a:cs typeface="Courier" charset="0"/>
              </a:rPr>
              <a:t>&lt;</a:t>
            </a:r>
            <a:r>
              <a:rPr lang="en-US" altLang="zh-CN" b="1" dirty="0" smtClean="0">
                <a:solidFill>
                  <a:srgbClr val="000080"/>
                </a:solidFill>
                <a:effectLst/>
                <a:latin typeface="Courier" charset="0"/>
                <a:ea typeface="Courier" charset="0"/>
                <a:cs typeface="Courier" charset="0"/>
              </a:rPr>
              <a:t>input </a:t>
            </a:r>
            <a:r>
              <a:rPr lang="en-US" altLang="zh-CN" b="1" dirty="0" smtClean="0">
                <a:solidFill>
                  <a:srgbClr val="0000FF"/>
                </a:solidFill>
                <a:effectLst/>
                <a:latin typeface="Courier" charset="0"/>
                <a:ea typeface="Courier" charset="0"/>
                <a:cs typeface="Courier" charset="0"/>
              </a:rPr>
              <a:t>type=</a:t>
            </a:r>
            <a:r>
              <a:rPr lang="en-US" altLang="zh-CN" b="1" dirty="0" smtClean="0">
                <a:solidFill>
                  <a:srgbClr val="008000"/>
                </a:solidFill>
                <a:effectLst/>
                <a:latin typeface="Courier" charset="0"/>
                <a:ea typeface="Courier" charset="0"/>
                <a:cs typeface="Courier" charset="0"/>
              </a:rPr>
              <a:t>"submit" </a:t>
            </a:r>
            <a:r>
              <a:rPr lang="en-US" altLang="zh-CN" b="1" dirty="0" smtClean="0">
                <a:solidFill>
                  <a:srgbClr val="0000FF"/>
                </a:solidFill>
                <a:effectLst/>
                <a:latin typeface="Courier" charset="0"/>
                <a:ea typeface="Courier" charset="0"/>
                <a:cs typeface="Courier" charset="0"/>
              </a:rPr>
              <a:t>value=</a:t>
            </a:r>
            <a:r>
              <a:rPr lang="en-US" altLang="zh-CN" b="1" dirty="0" smtClean="0">
                <a:solidFill>
                  <a:srgbClr val="008000"/>
                </a:solidFill>
                <a:effectLst/>
                <a:latin typeface="Courier" charset="0"/>
                <a:ea typeface="Courier" charset="0"/>
                <a:cs typeface="Courier" charset="0"/>
              </a:rPr>
              <a:t>"Submit"</a:t>
            </a:r>
            <a:r>
              <a:rPr lang="en-US" altLang="zh-CN" b="1" dirty="0" smtClean="0">
                <a:effectLst/>
                <a:latin typeface="Courier" charset="0"/>
                <a:ea typeface="Courier" charset="0"/>
                <a:cs typeface="Courier" charset="0"/>
              </a:rPr>
              <a:t>&gt;</a:t>
            </a:r>
            <a:r>
              <a:rPr lang="en-US" altLang="zh-CN" b="1" dirty="0" smtClean="0">
                <a:latin typeface="Courier" charset="0"/>
                <a:ea typeface="Courier" charset="0"/>
                <a:cs typeface="Courier" charset="0"/>
              </a:rPr>
              <a:t/>
            </a:r>
            <a:br>
              <a:rPr lang="en-US" altLang="zh-CN" b="1" dirty="0" smtClean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 smtClean="0">
                <a:effectLst/>
                <a:latin typeface="Courier" charset="0"/>
                <a:ea typeface="Courier" charset="0"/>
                <a:cs typeface="Courier" charset="0"/>
              </a:rPr>
              <a:t>&lt;/</a:t>
            </a:r>
            <a:r>
              <a:rPr lang="en-US" altLang="zh-CN" b="1" dirty="0" smtClean="0">
                <a:solidFill>
                  <a:srgbClr val="000080"/>
                </a:solidFill>
                <a:effectLst/>
                <a:latin typeface="Courier" charset="0"/>
                <a:ea typeface="Courier" charset="0"/>
                <a:cs typeface="Courier" charset="0"/>
              </a:rPr>
              <a:t>form</a:t>
            </a:r>
            <a:r>
              <a:rPr lang="en-US" altLang="zh-CN" b="1" dirty="0" smtClean="0">
                <a:effectLst/>
                <a:latin typeface="Courier" charset="0"/>
                <a:ea typeface="Courier" charset="0"/>
                <a:cs typeface="Courier" charset="0"/>
              </a:rPr>
              <a:t>&gt;</a:t>
            </a:r>
            <a:endParaRPr kumimoji="0" lang="zh-CN" altLang="zh-CN" b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2005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 smtClean="0"/>
              <a:t>form</a:t>
            </a:r>
            <a:endParaRPr kumimoji="1"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822511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Django</a:t>
            </a:r>
            <a:r>
              <a:rPr lang="en-US" altLang="zh-CN" dirty="0" smtClean="0"/>
              <a:t> form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/>
              <a:t>Django’s</a:t>
            </a:r>
            <a:r>
              <a:rPr lang="en-US" altLang="zh-CN" dirty="0" smtClean="0"/>
              <a:t> form is simplify and automate, and it more securely than most programmers would be able to do in code they wrote themselves.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73505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Django</a:t>
            </a:r>
            <a:r>
              <a:rPr lang="en-US" altLang="zh-CN" dirty="0" smtClean="0"/>
              <a:t> form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Let’s rewrite the backstage login page using </a:t>
            </a:r>
            <a:r>
              <a:rPr lang="en-US" altLang="zh-CN" dirty="0" err="1" smtClean="0"/>
              <a:t>Django</a:t>
            </a:r>
            <a:r>
              <a:rPr lang="en-US" altLang="zh-CN" dirty="0" smtClean="0"/>
              <a:t> Form.</a:t>
            </a:r>
          </a:p>
          <a:p>
            <a:r>
              <a:rPr lang="en-US" altLang="zh-CN" dirty="0" smtClean="0"/>
              <a:t>Firstly, we need create a file named forms.py in the application of books.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78957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the</a:t>
            </a:r>
            <a:r>
              <a:rPr lang="zh-CN" altLang="en-US" dirty="0" smtClean="0"/>
              <a:t> </a:t>
            </a:r>
            <a:r>
              <a:rPr lang="en-US" altLang="zh-CN" dirty="0" err="1" smtClean="0"/>
              <a:t>Froms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We already know what we want our HTML form to look like. Our starting point for it in </a:t>
            </a:r>
            <a:r>
              <a:rPr lang="en-US" altLang="zh-CN" dirty="0" err="1" smtClean="0"/>
              <a:t>Django</a:t>
            </a:r>
            <a:r>
              <a:rPr lang="en-US" altLang="zh-CN" dirty="0" smtClean="0"/>
              <a:t> is this:</a:t>
            </a:r>
            <a:endParaRPr lang="zh-CN" alt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3933056"/>
            <a:ext cx="9144000" cy="25545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  <a:effectLst/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" charset="0"/>
                <a:ea typeface="Courier" charset="0"/>
                <a:cs typeface="Courier" charset="0"/>
              </a:rPr>
              <a:t>from 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django 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" charset="0"/>
                <a:ea typeface="Courier" charset="0"/>
                <a:cs typeface="Courier" charset="0"/>
              </a:rPr>
              <a:t>import 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forms</a:t>
            </a:r>
            <a:b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</a:b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/>
            </a:r>
            <a:b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</a:b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" charset="0"/>
                <a:ea typeface="Courier" charset="0"/>
                <a:cs typeface="Courier" charset="0"/>
              </a:rPr>
              <a:t>class 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LoginForm(forms.Form):</a:t>
            </a:r>
            <a:b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</a:b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    username = forms.CharField(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660099"/>
                </a:solidFill>
                <a:effectLst/>
                <a:latin typeface="Courier" charset="0"/>
                <a:ea typeface="Courier" charset="0"/>
                <a:cs typeface="Courier" charset="0"/>
              </a:rPr>
              <a:t>widget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=forms.TextInput(</a:t>
            </a:r>
            <a:b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</a:b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660099"/>
                </a:solidFill>
                <a:effectLst/>
                <a:latin typeface="Courier" charset="0"/>
                <a:ea typeface="Courier" charset="0"/>
                <a:cs typeface="Courier" charset="0"/>
              </a:rPr>
              <a:t>attrs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={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Courier" charset="0"/>
                <a:ea typeface="Courier" charset="0"/>
                <a:cs typeface="Courier" charset="0"/>
              </a:rPr>
              <a:t>'placeholder'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: 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Courier" charset="0"/>
                <a:ea typeface="Courier" charset="0"/>
                <a:cs typeface="Courier" charset="0"/>
              </a:rPr>
              <a:t>'username'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}))</a:t>
            </a:r>
            <a:b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</a:b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    password = forms.CharField(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660099"/>
                </a:solidFill>
                <a:effectLst/>
                <a:latin typeface="Courier" charset="0"/>
                <a:ea typeface="Courier" charset="0"/>
                <a:cs typeface="Courier" charset="0"/>
              </a:rPr>
              <a:t>widget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=forms.PasswordInput(</a:t>
            </a:r>
            <a:b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</a:b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660099"/>
                </a:solidFill>
                <a:effectLst/>
                <a:latin typeface="Courier" charset="0"/>
                <a:ea typeface="Courier" charset="0"/>
                <a:cs typeface="Courier" charset="0"/>
              </a:rPr>
              <a:t>attrs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={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Courier" charset="0"/>
                <a:ea typeface="Courier" charset="0"/>
                <a:cs typeface="Courier" charset="0"/>
              </a:rPr>
              <a:t>'placeholder'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: 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Courier" charset="0"/>
                <a:ea typeface="Courier" charset="0"/>
                <a:cs typeface="Courier" charset="0"/>
              </a:rPr>
              <a:t>'password'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}</a:t>
            </a:r>
            <a:b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</a:b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    ))</a:t>
            </a:r>
            <a:endParaRPr kumimoji="0" lang="zh-CN" altLang="zh-CN" sz="2000" b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1139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 err="1"/>
              <a:t>Froms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This defines a Form class with two fields username and password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46311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741057"/>
          </a:xfrm>
        </p:spPr>
        <p:txBody>
          <a:bodyPr/>
          <a:lstStyle/>
          <a:p>
            <a:r>
              <a:rPr lang="en-US" altLang="zh-CN" dirty="0" smtClean="0"/>
              <a:t>The</a:t>
            </a:r>
            <a:r>
              <a:rPr lang="zh-CN" altLang="en-US" dirty="0" smtClean="0"/>
              <a:t> </a:t>
            </a:r>
            <a:r>
              <a:rPr lang="en-US" altLang="zh-CN" dirty="0" smtClean="0"/>
              <a:t>Views</a:t>
            </a:r>
            <a:endParaRPr lang="zh-CN" alt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1595020"/>
            <a:ext cx="9144000" cy="5016758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  <a:effectLst/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1600" b="1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" charset="0"/>
                <a:ea typeface="Courier" charset="0"/>
                <a:cs typeface="Courier" charset="0"/>
              </a:rPr>
              <a:t>from </a:t>
            </a:r>
            <a:r>
              <a:rPr kumimoji="0" lang="zh-CN" altLang="zh-CN" sz="16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.forms </a:t>
            </a:r>
            <a:r>
              <a:rPr kumimoji="0" lang="zh-CN" altLang="zh-CN" sz="1600" b="1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" charset="0"/>
                <a:ea typeface="Courier" charset="0"/>
                <a:cs typeface="Courier" charset="0"/>
              </a:rPr>
              <a:t>import </a:t>
            </a:r>
            <a:r>
              <a:rPr kumimoji="0" lang="zh-CN" altLang="zh-CN" sz="16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LoginForm</a:t>
            </a:r>
            <a:br>
              <a:rPr kumimoji="0" lang="zh-CN" altLang="zh-CN" sz="16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</a:br>
            <a:r>
              <a:rPr kumimoji="0" lang="zh-CN" altLang="zh-CN" sz="1600" b="1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" charset="0"/>
                <a:ea typeface="Courier" charset="0"/>
                <a:cs typeface="Courier" charset="0"/>
              </a:rPr>
              <a:t>class </a:t>
            </a:r>
            <a:r>
              <a:rPr kumimoji="0" lang="zh-CN" altLang="zh-CN" sz="16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Index(View):</a:t>
            </a:r>
            <a:br>
              <a:rPr kumimoji="0" lang="zh-CN" altLang="zh-CN" sz="16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</a:br>
            <a:r>
              <a:rPr kumimoji="0" lang="zh-CN" altLang="zh-CN" sz="16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/>
            </a:r>
            <a:br>
              <a:rPr kumimoji="0" lang="zh-CN" altLang="zh-CN" sz="16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</a:br>
            <a:r>
              <a:rPr kumimoji="0" lang="zh-CN" altLang="zh-CN" sz="16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kumimoji="0" lang="zh-CN" altLang="zh-CN" sz="1600" b="1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" charset="0"/>
                <a:ea typeface="Courier" charset="0"/>
                <a:cs typeface="Courier" charset="0"/>
              </a:rPr>
              <a:t>def </a:t>
            </a:r>
            <a:r>
              <a:rPr kumimoji="0" lang="zh-CN" altLang="zh-CN" sz="16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get(</a:t>
            </a:r>
            <a:r>
              <a:rPr kumimoji="0" lang="zh-CN" altLang="zh-CN" sz="1600" b="1" u="none" strike="noStrike" cap="none" normalizeH="0" baseline="0" dirty="0" smtClean="0">
                <a:ln>
                  <a:noFill/>
                </a:ln>
                <a:solidFill>
                  <a:srgbClr val="94558D"/>
                </a:solidFill>
                <a:effectLst/>
                <a:latin typeface="Courier" charset="0"/>
                <a:ea typeface="Courier" charset="0"/>
                <a:cs typeface="Courier" charset="0"/>
              </a:rPr>
              <a:t>self</a:t>
            </a:r>
            <a:r>
              <a:rPr kumimoji="0" lang="zh-CN" altLang="zh-CN" sz="16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, request):</a:t>
            </a:r>
            <a:br>
              <a:rPr kumimoji="0" lang="zh-CN" altLang="zh-CN" sz="16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</a:br>
            <a:r>
              <a:rPr kumimoji="0" lang="zh-CN" altLang="zh-CN" sz="16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        form = LoginForm</a:t>
            </a:r>
            <a:br>
              <a:rPr kumimoji="0" lang="zh-CN" altLang="zh-CN" sz="16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</a:br>
            <a:r>
              <a:rPr kumimoji="0" lang="zh-CN" altLang="zh-CN" sz="16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kumimoji="0" lang="zh-CN" altLang="zh-CN" sz="1600" b="1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" charset="0"/>
                <a:ea typeface="Courier" charset="0"/>
                <a:cs typeface="Courier" charset="0"/>
              </a:rPr>
              <a:t>return </a:t>
            </a:r>
            <a:r>
              <a:rPr kumimoji="0" lang="zh-CN" altLang="zh-CN" sz="16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render(request, </a:t>
            </a:r>
            <a:r>
              <a:rPr kumimoji="0" lang="zh-CN" altLang="zh-CN" sz="1600" b="1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Courier" charset="0"/>
                <a:ea typeface="Courier" charset="0"/>
                <a:cs typeface="Courier" charset="0"/>
              </a:rPr>
              <a:t>‘backstage</a:t>
            </a:r>
            <a:r>
              <a:rPr kumimoji="0" lang="zh-CN" altLang="zh-CN" sz="1600" b="1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Courier" charset="0"/>
                <a:ea typeface="Courier" charset="0"/>
                <a:cs typeface="Courier" charset="0"/>
              </a:rPr>
              <a:t>/</a:t>
            </a:r>
            <a:r>
              <a:rPr kumimoji="0" lang="zh-CN" altLang="zh-CN" sz="1600" b="1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Courier" charset="0"/>
                <a:ea typeface="Courier" charset="0"/>
                <a:cs typeface="Courier" charset="0"/>
              </a:rPr>
              <a:t>index.html’</a:t>
            </a:r>
            <a:r>
              <a:rPr kumimoji="0" lang="zh-CN" altLang="zh-CN" sz="16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, {</a:t>
            </a:r>
            <a:r>
              <a:rPr kumimoji="0" lang="zh-CN" altLang="zh-CN" sz="1600" b="1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Courier" charset="0"/>
                <a:ea typeface="Courier" charset="0"/>
                <a:cs typeface="Courier" charset="0"/>
              </a:rPr>
              <a:t>‘form’</a:t>
            </a:r>
            <a:r>
              <a:rPr kumimoji="0" lang="zh-CN" altLang="zh-CN" sz="16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:</a:t>
            </a:r>
            <a:r>
              <a:rPr kumimoji="0" lang="zh-CN" altLang="zh-CN" sz="16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form})</a:t>
            </a:r>
            <a:br>
              <a:rPr kumimoji="0" lang="zh-CN" altLang="zh-CN" sz="16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</a:br>
            <a:r>
              <a:rPr kumimoji="0" lang="zh-CN" altLang="zh-CN" sz="16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/>
            </a:r>
            <a:br>
              <a:rPr kumimoji="0" lang="zh-CN" altLang="zh-CN" sz="16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</a:br>
            <a:r>
              <a:rPr kumimoji="0" lang="zh-CN" altLang="zh-CN" sz="16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kumimoji="0" lang="zh-CN" altLang="zh-CN" sz="1600" b="1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" charset="0"/>
                <a:ea typeface="Courier" charset="0"/>
                <a:cs typeface="Courier" charset="0"/>
              </a:rPr>
              <a:t>def </a:t>
            </a:r>
            <a:r>
              <a:rPr kumimoji="0" lang="zh-CN" altLang="zh-CN" sz="16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post(</a:t>
            </a:r>
            <a:r>
              <a:rPr kumimoji="0" lang="zh-CN" altLang="zh-CN" sz="1600" b="1" u="none" strike="noStrike" cap="none" normalizeH="0" baseline="0" dirty="0" smtClean="0">
                <a:ln>
                  <a:noFill/>
                </a:ln>
                <a:solidFill>
                  <a:srgbClr val="94558D"/>
                </a:solidFill>
                <a:effectLst/>
                <a:latin typeface="Courier" charset="0"/>
                <a:ea typeface="Courier" charset="0"/>
                <a:cs typeface="Courier" charset="0"/>
              </a:rPr>
              <a:t>self</a:t>
            </a:r>
            <a:r>
              <a:rPr kumimoji="0" lang="zh-CN" altLang="zh-CN" sz="16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, request):</a:t>
            </a:r>
            <a:br>
              <a:rPr kumimoji="0" lang="zh-CN" altLang="zh-CN" sz="16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</a:br>
            <a:r>
              <a:rPr kumimoji="0" lang="zh-CN" altLang="zh-CN" sz="16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        form = LoginForm(request.POST)</a:t>
            </a:r>
            <a:br>
              <a:rPr kumimoji="0" lang="zh-CN" altLang="zh-CN" sz="16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</a:br>
            <a:r>
              <a:rPr kumimoji="0" lang="zh-CN" altLang="zh-CN" sz="16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kumimoji="0" lang="zh-CN" altLang="zh-CN" sz="1600" b="1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" charset="0"/>
                <a:ea typeface="Courier" charset="0"/>
                <a:cs typeface="Courier" charset="0"/>
              </a:rPr>
              <a:t>if </a:t>
            </a:r>
            <a:r>
              <a:rPr kumimoji="0" lang="zh-CN" altLang="zh-CN" sz="16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form.is_valid():</a:t>
            </a:r>
            <a:br>
              <a:rPr kumimoji="0" lang="zh-CN" altLang="zh-CN" sz="16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</a:br>
            <a:r>
              <a:rPr kumimoji="0" lang="zh-CN" altLang="zh-CN" sz="16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            user = authenticate(</a:t>
            </a:r>
            <a:br>
              <a:rPr kumimoji="0" lang="zh-CN" altLang="zh-CN" sz="16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</a:br>
            <a:r>
              <a:rPr kumimoji="0" lang="zh-CN" altLang="zh-CN" sz="16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                </a:t>
            </a:r>
            <a:r>
              <a:rPr kumimoji="0" lang="zh-CN" altLang="zh-CN" sz="1600" b="1" u="none" strike="noStrike" cap="none" normalizeH="0" baseline="0" dirty="0" smtClean="0">
                <a:ln>
                  <a:noFill/>
                </a:ln>
                <a:solidFill>
                  <a:srgbClr val="660099"/>
                </a:solidFill>
                <a:effectLst/>
                <a:latin typeface="Courier" charset="0"/>
                <a:ea typeface="Courier" charset="0"/>
                <a:cs typeface="Courier" charset="0"/>
              </a:rPr>
              <a:t>username</a:t>
            </a:r>
            <a:r>
              <a:rPr kumimoji="0" lang="zh-CN" altLang="zh-CN" sz="16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=form.cleaned_data</a:t>
            </a:r>
            <a:r>
              <a:rPr kumimoji="0" lang="zh-CN" altLang="zh-CN" sz="16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[</a:t>
            </a:r>
            <a:r>
              <a:rPr kumimoji="0" lang="zh-CN" altLang="zh-CN" sz="1600" b="1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Courier" charset="0"/>
                <a:ea typeface="Courier" charset="0"/>
                <a:cs typeface="Courier" charset="0"/>
              </a:rPr>
              <a:t>‘username’</a:t>
            </a:r>
            <a:r>
              <a:rPr kumimoji="0" lang="zh-CN" altLang="zh-CN" sz="16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]</a:t>
            </a:r>
            <a:r>
              <a:rPr kumimoji="0" lang="zh-CN" altLang="zh-CN" sz="16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,</a:t>
            </a:r>
            <a:br>
              <a:rPr kumimoji="0" lang="zh-CN" altLang="zh-CN" sz="16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</a:br>
            <a:r>
              <a:rPr kumimoji="0" lang="zh-CN" altLang="zh-CN" sz="16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                </a:t>
            </a:r>
            <a:r>
              <a:rPr kumimoji="0" lang="zh-CN" altLang="zh-CN" sz="1600" b="1" u="none" strike="noStrike" cap="none" normalizeH="0" baseline="0" dirty="0" smtClean="0">
                <a:ln>
                  <a:noFill/>
                </a:ln>
                <a:solidFill>
                  <a:srgbClr val="660099"/>
                </a:solidFill>
                <a:effectLst/>
                <a:latin typeface="Courier" charset="0"/>
                <a:ea typeface="Courier" charset="0"/>
                <a:cs typeface="Courier" charset="0"/>
              </a:rPr>
              <a:t>password</a:t>
            </a:r>
            <a:r>
              <a:rPr kumimoji="0" lang="zh-CN" altLang="zh-CN" sz="16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=form.cleaned_data</a:t>
            </a:r>
            <a:r>
              <a:rPr kumimoji="0" lang="zh-CN" altLang="zh-CN" sz="16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[</a:t>
            </a:r>
            <a:r>
              <a:rPr kumimoji="0" lang="zh-CN" altLang="zh-CN" sz="1600" b="1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Courier" charset="0"/>
                <a:ea typeface="Courier" charset="0"/>
                <a:cs typeface="Courier" charset="0"/>
              </a:rPr>
              <a:t>‘password’</a:t>
            </a:r>
            <a:r>
              <a:rPr kumimoji="0" lang="zh-CN" altLang="zh-CN" sz="16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]</a:t>
            </a:r>
            <a:r>
              <a:rPr kumimoji="0" lang="zh-CN" altLang="zh-CN" sz="16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)</a:t>
            </a:r>
            <a:br>
              <a:rPr kumimoji="0" lang="zh-CN" altLang="zh-CN" sz="16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</a:br>
            <a:r>
              <a:rPr kumimoji="0" lang="zh-CN" altLang="zh-CN" sz="16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            </a:t>
            </a:r>
            <a:r>
              <a:rPr kumimoji="0" lang="zh-CN" altLang="zh-CN" sz="1600" b="1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" charset="0"/>
                <a:ea typeface="Courier" charset="0"/>
                <a:cs typeface="Courier" charset="0"/>
              </a:rPr>
              <a:t>if </a:t>
            </a:r>
            <a:r>
              <a:rPr kumimoji="0" lang="zh-CN" altLang="zh-CN" sz="16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user </a:t>
            </a:r>
            <a:r>
              <a:rPr kumimoji="0" lang="zh-CN" altLang="zh-CN" sz="1600" b="1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" charset="0"/>
                <a:ea typeface="Courier" charset="0"/>
                <a:cs typeface="Courier" charset="0"/>
              </a:rPr>
              <a:t>and </a:t>
            </a:r>
            <a:r>
              <a:rPr kumimoji="0" lang="zh-CN" altLang="zh-CN" sz="16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user.is_superuser:</a:t>
            </a:r>
            <a:br>
              <a:rPr kumimoji="0" lang="zh-CN" altLang="zh-CN" sz="16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</a:br>
            <a:r>
              <a:rPr kumimoji="0" lang="zh-CN" altLang="zh-CN" sz="16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                login(request, user)</a:t>
            </a:r>
            <a:br>
              <a:rPr kumimoji="0" lang="zh-CN" altLang="zh-CN" sz="16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</a:br>
            <a:r>
              <a:rPr kumimoji="0" lang="zh-CN" altLang="zh-CN" sz="16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                </a:t>
            </a:r>
            <a:r>
              <a:rPr kumimoji="0" lang="zh-CN" altLang="zh-CN" sz="1600" b="1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" charset="0"/>
                <a:ea typeface="Courier" charset="0"/>
                <a:cs typeface="Courier" charset="0"/>
              </a:rPr>
              <a:t>return </a:t>
            </a:r>
            <a:r>
              <a:rPr kumimoji="0" lang="zh-CN" altLang="zh-CN" sz="16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redirect(reverse</a:t>
            </a:r>
            <a:r>
              <a:rPr kumimoji="0" lang="zh-CN" altLang="zh-CN" sz="16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(</a:t>
            </a:r>
            <a:r>
              <a:rPr kumimoji="0" lang="zh-CN" altLang="zh-CN" sz="1600" b="1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Courier" charset="0"/>
                <a:ea typeface="Courier" charset="0"/>
                <a:cs typeface="Courier" charset="0"/>
              </a:rPr>
              <a:t>‘bs_list’</a:t>
            </a:r>
            <a:r>
              <a:rPr kumimoji="0" lang="zh-CN" altLang="zh-CN" sz="16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)</a:t>
            </a:r>
            <a:r>
              <a:rPr kumimoji="0" lang="zh-CN" altLang="zh-CN" sz="16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)</a:t>
            </a:r>
            <a:br>
              <a:rPr kumimoji="0" lang="zh-CN" altLang="zh-CN" sz="16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</a:br>
            <a:r>
              <a:rPr kumimoji="0" lang="zh-CN" altLang="zh-CN" sz="16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en-US" altLang="zh-CN" sz="16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else</a:t>
            </a:r>
            <a:r>
              <a:rPr lang="en-US" altLang="zh-CN" sz="1600" b="1" dirty="0">
                <a:latin typeface="Courier" charset="0"/>
                <a:ea typeface="Courier" charset="0"/>
                <a:cs typeface="Courier" charset="0"/>
              </a:rPr>
              <a:t>:</a:t>
            </a:r>
            <a:br>
              <a:rPr lang="en-US" altLang="zh-CN" sz="16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1600" b="1" dirty="0"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zh-CN" altLang="en-US" sz="1600" b="1" dirty="0" smtClean="0"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1600" b="1" dirty="0" err="1" smtClean="0">
                <a:latin typeface="Courier" charset="0"/>
                <a:ea typeface="Courier" charset="0"/>
                <a:cs typeface="Courier" charset="0"/>
              </a:rPr>
              <a:t>messages.error</a:t>
            </a:r>
            <a:r>
              <a:rPr lang="en-US" altLang="zh-CN" sz="1600" b="1" dirty="0" smtClean="0">
                <a:latin typeface="Courier" charset="0"/>
                <a:ea typeface="Courier" charset="0"/>
                <a:cs typeface="Courier" charset="0"/>
              </a:rPr>
              <a:t>(request</a:t>
            </a:r>
            <a:r>
              <a:rPr lang="en-US" altLang="zh-CN" sz="1600" b="1" dirty="0">
                <a:latin typeface="Courier" charset="0"/>
                <a:ea typeface="Courier" charset="0"/>
                <a:cs typeface="Courier" charset="0"/>
              </a:rPr>
              <a:t>, </a:t>
            </a:r>
            <a:r>
              <a:rPr lang="en-US" altLang="zh-CN" sz="1600" b="1" dirty="0" smtClean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‘username </a:t>
            </a:r>
            <a:r>
              <a:rPr lang="en-US" altLang="zh-CN" sz="16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or password is incorrect</a:t>
            </a:r>
            <a:r>
              <a:rPr lang="zh-CN" altLang="en-US" sz="1600" b="1" dirty="0" smtClean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！</a:t>
            </a:r>
            <a:r>
              <a:rPr lang="en-US" altLang="zh-CN" sz="1600" b="1" dirty="0" smtClean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’</a:t>
            </a:r>
            <a:r>
              <a:rPr lang="en-US" altLang="zh-CN" sz="1600" b="1" dirty="0" smtClean="0">
                <a:latin typeface="Courier" charset="0"/>
                <a:ea typeface="Courier" charset="0"/>
                <a:cs typeface="Courier" charset="0"/>
              </a:rPr>
              <a:t>)</a:t>
            </a:r>
            <a:r>
              <a:rPr lang="en-US" altLang="zh-CN" sz="1600" b="1" dirty="0">
                <a:latin typeface="Courier" charset="0"/>
                <a:ea typeface="Courier" charset="0"/>
                <a:cs typeface="Courier" charset="0"/>
              </a:rPr>
              <a:t/>
            </a:r>
            <a:br>
              <a:rPr lang="en-US" altLang="zh-CN" sz="16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1600" b="1" dirty="0">
                <a:latin typeface="Courier" charset="0"/>
                <a:ea typeface="Courier" charset="0"/>
                <a:cs typeface="Courier" charset="0"/>
              </a:rPr>
              <a:t>       </a:t>
            </a:r>
            <a:r>
              <a:rPr lang="zh-CN" altLang="en-US" sz="1600" b="1" dirty="0" smtClean="0">
                <a:latin typeface="Courier" charset="0"/>
                <a:ea typeface="Courier" charset="0"/>
                <a:cs typeface="Courier" charset="0"/>
              </a:rPr>
              <a:t>     </a:t>
            </a:r>
            <a:r>
              <a:rPr lang="en-US" altLang="zh-CN" sz="1600" b="1" dirty="0" smtClean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return </a:t>
            </a:r>
            <a:r>
              <a:rPr lang="en-US" altLang="zh-CN" sz="1600" b="1" dirty="0">
                <a:latin typeface="Courier" charset="0"/>
                <a:ea typeface="Courier" charset="0"/>
                <a:cs typeface="Courier" charset="0"/>
              </a:rPr>
              <a:t>redirect(reverse</a:t>
            </a:r>
            <a:r>
              <a:rPr lang="en-US" altLang="zh-CN" sz="1600" b="1" dirty="0" smtClean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1600" b="1" dirty="0" smtClean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‘index’</a:t>
            </a:r>
            <a:r>
              <a:rPr lang="en-US" altLang="zh-CN" sz="1600" b="1" dirty="0" smtClean="0">
                <a:latin typeface="Courier" charset="0"/>
                <a:ea typeface="Courier" charset="0"/>
                <a:cs typeface="Courier" charset="0"/>
              </a:rPr>
              <a:t>))</a:t>
            </a:r>
            <a:r>
              <a:rPr lang="en-US" altLang="zh-CN" sz="1600" b="1" dirty="0">
                <a:latin typeface="Courier" charset="0"/>
                <a:ea typeface="Courier" charset="0"/>
                <a:cs typeface="Courier" charset="0"/>
              </a:rPr>
              <a:t/>
            </a:r>
            <a:br>
              <a:rPr lang="en-US" altLang="zh-CN" sz="1600" b="1" dirty="0">
                <a:latin typeface="Courier" charset="0"/>
                <a:ea typeface="Courier" charset="0"/>
                <a:cs typeface="Courier" charset="0"/>
              </a:rPr>
            </a:br>
            <a:r>
              <a:rPr lang="zh-CN" altLang="en-US" sz="1600" b="1" dirty="0" smtClean="0"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en-US" altLang="zh-CN" sz="1600" b="1" dirty="0" smtClean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return </a:t>
            </a:r>
            <a:r>
              <a:rPr lang="en-US" altLang="zh-CN" sz="1600" b="1" dirty="0">
                <a:latin typeface="Courier" charset="0"/>
                <a:ea typeface="Courier" charset="0"/>
                <a:cs typeface="Courier" charset="0"/>
              </a:rPr>
              <a:t>render(request, </a:t>
            </a:r>
            <a:r>
              <a:rPr lang="en-US" altLang="zh-CN" sz="16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'backstage/</a:t>
            </a:r>
            <a:r>
              <a:rPr lang="en-US" altLang="zh-CN" sz="1600" b="1" dirty="0" err="1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index.html</a:t>
            </a:r>
            <a:r>
              <a:rPr lang="en-US" altLang="zh-CN" sz="16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1600" b="1" dirty="0">
                <a:latin typeface="Courier" charset="0"/>
                <a:ea typeface="Courier" charset="0"/>
                <a:cs typeface="Courier" charset="0"/>
              </a:rPr>
              <a:t>, {</a:t>
            </a:r>
            <a:r>
              <a:rPr lang="en-US" altLang="zh-CN" sz="16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'form'</a:t>
            </a:r>
            <a:r>
              <a:rPr lang="en-US" altLang="zh-CN" sz="1600" b="1" dirty="0">
                <a:latin typeface="Courier" charset="0"/>
                <a:ea typeface="Courier" charset="0"/>
                <a:cs typeface="Courier" charset="0"/>
              </a:rPr>
              <a:t>: form})</a:t>
            </a:r>
            <a:endParaRPr kumimoji="0" lang="zh-CN" altLang="zh-CN" sz="1600" b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urier" charset="0"/>
              <a:ea typeface="Courier" charset="0"/>
              <a:cs typeface="Courier" charset="0"/>
            </a:endParaRPr>
          </a:p>
        </p:txBody>
      </p:sp>
      <p:cxnSp>
        <p:nvCxnSpPr>
          <p:cNvPr id="10" name="直线连接符 9"/>
          <p:cNvCxnSpPr/>
          <p:nvPr/>
        </p:nvCxnSpPr>
        <p:spPr>
          <a:xfrm>
            <a:off x="899592" y="2924944"/>
            <a:ext cx="23762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连接符 11"/>
          <p:cNvCxnSpPr/>
          <p:nvPr/>
        </p:nvCxnSpPr>
        <p:spPr>
          <a:xfrm>
            <a:off x="6804248" y="3140968"/>
            <a:ext cx="165395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13"/>
          <p:cNvCxnSpPr/>
          <p:nvPr/>
        </p:nvCxnSpPr>
        <p:spPr>
          <a:xfrm>
            <a:off x="1043608" y="3861048"/>
            <a:ext cx="3600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15"/>
          <p:cNvCxnSpPr/>
          <p:nvPr/>
        </p:nvCxnSpPr>
        <p:spPr>
          <a:xfrm>
            <a:off x="1403648" y="4077072"/>
            <a:ext cx="187220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连接符 17"/>
          <p:cNvCxnSpPr/>
          <p:nvPr/>
        </p:nvCxnSpPr>
        <p:spPr>
          <a:xfrm>
            <a:off x="3131840" y="4581128"/>
            <a:ext cx="3600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0614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The</a:t>
            </a:r>
            <a:r>
              <a:rPr lang="zh-CN" altLang="en-US" dirty="0" smtClean="0"/>
              <a:t> </a:t>
            </a:r>
            <a:r>
              <a:rPr lang="en-US" altLang="zh-CN" dirty="0" smtClean="0"/>
              <a:t>Template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748680"/>
          </a:xfrm>
        </p:spPr>
        <p:txBody>
          <a:bodyPr/>
          <a:lstStyle/>
          <a:p>
            <a:r>
              <a:rPr lang="en-US" altLang="zh-CN" dirty="0" smtClean="0"/>
              <a:t>Now we don’t need to do much in index.html</a:t>
            </a:r>
            <a:endParaRPr lang="zh-CN" alt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413792" y="2492896"/>
            <a:ext cx="8316416" cy="3170099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  <a:effectLst/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&lt;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" charset="0"/>
                <a:ea typeface="Courier" charset="0"/>
                <a:cs typeface="Courier" charset="0"/>
              </a:rPr>
              <a:t>form 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" charset="0"/>
                <a:ea typeface="Courier" charset="0"/>
                <a:cs typeface="Courier" charset="0"/>
              </a:rPr>
              <a:t>method=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urier" charset="0"/>
                <a:ea typeface="Courier" charset="0"/>
                <a:cs typeface="Courier" charset="0"/>
              </a:rPr>
              <a:t>"post"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</a:b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    {% 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" charset="0"/>
                <a:ea typeface="Courier" charset="0"/>
                <a:cs typeface="Courier" charset="0"/>
              </a:rPr>
              <a:t>csrf_token 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%}</a:t>
            </a:r>
            <a:b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</a:b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    &lt;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" charset="0"/>
                <a:ea typeface="Courier" charset="0"/>
                <a:cs typeface="Courier" charset="0"/>
              </a:rPr>
              <a:t>p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&gt;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/>
            </a:r>
            <a:b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</a:b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    {% 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" charset="0"/>
                <a:ea typeface="Courier" charset="0"/>
                <a:cs typeface="Courier" charset="0"/>
              </a:rPr>
              <a:t>for 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" charset="0"/>
                <a:ea typeface="Courier" charset="0"/>
                <a:cs typeface="Courier" charset="0"/>
              </a:rPr>
              <a:t>msg 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" charset="0"/>
                <a:ea typeface="Courier" charset="0"/>
                <a:cs typeface="Courier" charset="0"/>
              </a:rPr>
              <a:t>in 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" charset="0"/>
                <a:ea typeface="Courier" charset="0"/>
                <a:cs typeface="Courier" charset="0"/>
              </a:rPr>
              <a:t>messages 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%}</a:t>
            </a:r>
            <a:b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</a:b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        &lt;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" charset="0"/>
                <a:ea typeface="Courier" charset="0"/>
                <a:cs typeface="Courier" charset="0"/>
              </a:rPr>
              <a:t>span 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" charset="0"/>
                <a:ea typeface="Courier" charset="0"/>
                <a:cs typeface="Courier" charset="0"/>
              </a:rPr>
              <a:t>class=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urier" charset="0"/>
                <a:ea typeface="Courier" charset="0"/>
                <a:cs typeface="Courier" charset="0"/>
              </a:rPr>
              <a:t>"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{{ 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" charset="0"/>
                <a:ea typeface="Courier" charset="0"/>
                <a:cs typeface="Courier" charset="0"/>
              </a:rPr>
              <a:t>msg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.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" charset="0"/>
                <a:ea typeface="Courier" charset="0"/>
                <a:cs typeface="Courier" charset="0"/>
              </a:rPr>
              <a:t>tags 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}}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urier" charset="0"/>
                <a:ea typeface="Courier" charset="0"/>
                <a:cs typeface="Courier" charset="0"/>
              </a:rPr>
              <a:t>"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&gt;{{ 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" charset="0"/>
                <a:ea typeface="Courier" charset="0"/>
                <a:cs typeface="Courier" charset="0"/>
              </a:rPr>
              <a:t>msg 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}}&lt;/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" charset="0"/>
                <a:ea typeface="Courier" charset="0"/>
                <a:cs typeface="Courier" charset="0"/>
              </a:rPr>
              <a:t>span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</a:b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    {% 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" charset="0"/>
                <a:ea typeface="Courier" charset="0"/>
                <a:cs typeface="Courier" charset="0"/>
              </a:rPr>
              <a:t>endfor 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%}</a:t>
            </a:r>
            <a:b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</a:b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    &lt;/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" charset="0"/>
                <a:ea typeface="Courier" charset="0"/>
                <a:cs typeface="Courier" charset="0"/>
              </a:rPr>
              <a:t>p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&gt;</a:t>
            </a:r>
            <a:endParaRPr lang="en-US" altLang="zh-CN" sz="2000" b="1" dirty="0">
              <a:solidFill>
                <a:srgbClr val="000000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    {{ 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" charset="0"/>
                <a:ea typeface="Courier" charset="0"/>
                <a:cs typeface="Courier" charset="0"/>
              </a:rPr>
              <a:t>form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.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" charset="0"/>
                <a:ea typeface="Courier" charset="0"/>
                <a:cs typeface="Courier" charset="0"/>
              </a:rPr>
              <a:t>as_p 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}}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808080"/>
                </a:solidFill>
                <a:effectLst/>
                <a:latin typeface="Courier" charset="0"/>
                <a:ea typeface="Courier" charset="0"/>
                <a:cs typeface="Courier" charset="0"/>
              </a:rPr>
              <a:t/>
            </a:r>
            <a:b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808080"/>
                </a:solidFill>
                <a:effectLst/>
                <a:latin typeface="Courier" charset="0"/>
                <a:ea typeface="Courier" charset="0"/>
                <a:cs typeface="Courier" charset="0"/>
              </a:rPr>
            </a:b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808080"/>
                </a:solidFill>
                <a:effectLst/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&lt;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" charset="0"/>
                <a:ea typeface="Courier" charset="0"/>
                <a:cs typeface="Courier" charset="0"/>
              </a:rPr>
              <a:t>input 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" charset="0"/>
                <a:ea typeface="Courier" charset="0"/>
                <a:cs typeface="Courier" charset="0"/>
              </a:rPr>
              <a:t>type=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urier" charset="0"/>
                <a:ea typeface="Courier" charset="0"/>
                <a:cs typeface="Courier" charset="0"/>
              </a:rPr>
              <a:t>"submit" 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" charset="0"/>
                <a:ea typeface="Courier" charset="0"/>
                <a:cs typeface="Courier" charset="0"/>
              </a:rPr>
              <a:t>value=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urier" charset="0"/>
                <a:ea typeface="Courier" charset="0"/>
                <a:cs typeface="Courier" charset="0"/>
              </a:rPr>
              <a:t>"Submit"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</a:b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&lt;/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" charset="0"/>
                <a:ea typeface="Courier" charset="0"/>
                <a:cs typeface="Courier" charset="0"/>
              </a:rPr>
              <a:t>form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&gt;</a:t>
            </a:r>
            <a:endParaRPr kumimoji="0" lang="zh-CN" altLang="zh-CN" sz="2000" b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urier" charset="0"/>
              <a:ea typeface="Courier" charset="0"/>
              <a:cs typeface="Courier" charset="0"/>
            </a:endParaRPr>
          </a:p>
        </p:txBody>
      </p:sp>
      <p:cxnSp>
        <p:nvCxnSpPr>
          <p:cNvPr id="5" name="直线连接符 4"/>
          <p:cNvCxnSpPr/>
          <p:nvPr/>
        </p:nvCxnSpPr>
        <p:spPr>
          <a:xfrm>
            <a:off x="1043608" y="5013176"/>
            <a:ext cx="23762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3728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Django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If we arrive at this view with a GET request, it will create an empty form instance and place it in the template context to be rendered</a:t>
            </a:r>
            <a:r>
              <a:rPr lang="en-US" altLang="zh-CN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05088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Django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form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If the form is submitted using a POST request, the view will once again create a form instance and populate it with data from the request: </a:t>
            </a:r>
            <a:endParaRPr lang="en-US" altLang="zh-CN" dirty="0" smtClean="0"/>
          </a:p>
          <a:p>
            <a:pPr lvl="1"/>
            <a:r>
              <a:rPr lang="en-US" altLang="zh-CN" dirty="0" smtClean="0">
                <a:solidFill>
                  <a:srgbClr val="0070C0"/>
                </a:solidFill>
              </a:rPr>
              <a:t>form</a:t>
            </a:r>
            <a:r>
              <a:rPr lang="en-US" altLang="zh-CN" dirty="0">
                <a:solidFill>
                  <a:srgbClr val="0070C0"/>
                </a:solidFill>
              </a:rPr>
              <a:t> = </a:t>
            </a:r>
            <a:r>
              <a:rPr lang="en-US" altLang="zh-CN" dirty="0" err="1">
                <a:solidFill>
                  <a:srgbClr val="0070C0"/>
                </a:solidFill>
              </a:rPr>
              <a:t>LoginForm</a:t>
            </a:r>
            <a:r>
              <a:rPr lang="en-US" altLang="zh-CN" dirty="0">
                <a:solidFill>
                  <a:srgbClr val="0070C0"/>
                </a:solidFill>
              </a:rPr>
              <a:t>(</a:t>
            </a:r>
            <a:r>
              <a:rPr lang="en-US" altLang="zh-CN" dirty="0" err="1">
                <a:solidFill>
                  <a:srgbClr val="0070C0"/>
                </a:solidFill>
              </a:rPr>
              <a:t>request.POST</a:t>
            </a:r>
            <a:r>
              <a:rPr lang="en-US" altLang="zh-CN" dirty="0" smtClean="0">
                <a:solidFill>
                  <a:srgbClr val="0070C0"/>
                </a:solidFill>
              </a:rPr>
              <a:t>)</a:t>
            </a:r>
            <a:r>
              <a:rPr lang="en-US" altLang="zh-CN" dirty="0">
                <a:solidFill>
                  <a:srgbClr val="0070C0"/>
                </a:solidFill>
              </a:rPr>
              <a:t> </a:t>
            </a:r>
            <a:endParaRPr lang="en-US" altLang="zh-CN" dirty="0" smtClean="0">
              <a:solidFill>
                <a:srgbClr val="0070C0"/>
              </a:solidFill>
            </a:endParaRPr>
          </a:p>
          <a:p>
            <a:r>
              <a:rPr lang="en-US" altLang="zh-CN" dirty="0" smtClean="0"/>
              <a:t>This </a:t>
            </a:r>
            <a:r>
              <a:rPr lang="en-US" altLang="zh-CN" dirty="0"/>
              <a:t>is called “binding data to the form”</a:t>
            </a:r>
            <a:endParaRPr lang="zh-CN" altLang="en-US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174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Django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 smtClean="0"/>
              <a:t>A Form instance has an </a:t>
            </a:r>
            <a:r>
              <a:rPr lang="en-US" altLang="zh-CN" dirty="0" err="1" smtClean="0">
                <a:solidFill>
                  <a:srgbClr val="0070C0"/>
                </a:solidFill>
              </a:rPr>
              <a:t>is_valid</a:t>
            </a:r>
            <a:r>
              <a:rPr lang="en-US" altLang="zh-CN" dirty="0" smtClean="0">
                <a:solidFill>
                  <a:srgbClr val="0070C0"/>
                </a:solidFill>
              </a:rPr>
              <a:t>() </a:t>
            </a:r>
            <a:r>
              <a:rPr lang="en-US" altLang="zh-CN" dirty="0" smtClean="0"/>
              <a:t>method, which runs validation routines for all its fields. When this method is called, if all fields contain valid data, it will:</a:t>
            </a:r>
          </a:p>
          <a:p>
            <a:pPr lvl="1"/>
            <a:r>
              <a:rPr lang="en-US" altLang="zh-CN" dirty="0" smtClean="0"/>
              <a:t>return True</a:t>
            </a:r>
          </a:p>
          <a:p>
            <a:pPr lvl="1"/>
            <a:r>
              <a:rPr lang="en-US" altLang="zh-CN" dirty="0" smtClean="0"/>
              <a:t>place the form’s data in its </a:t>
            </a:r>
            <a:r>
              <a:rPr lang="en-US" altLang="zh-CN" dirty="0" err="1" smtClean="0">
                <a:solidFill>
                  <a:srgbClr val="0070C0"/>
                </a:solidFill>
              </a:rPr>
              <a:t>cleaned_data</a:t>
            </a:r>
            <a:r>
              <a:rPr lang="en-US" altLang="zh-CN" dirty="0" smtClean="0"/>
              <a:t> attribute.</a:t>
            </a:r>
          </a:p>
          <a:p>
            <a:r>
              <a:rPr lang="en-US" altLang="zh-CN" dirty="0"/>
              <a:t>it’s not True, we go back to the template with the form. 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26190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Django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form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2121408"/>
            <a:ext cx="7772400" cy="1043273"/>
          </a:xfrm>
        </p:spPr>
        <p:txBody>
          <a:bodyPr>
            <a:normAutofit fontScale="92500" lnSpcReduction="10000"/>
          </a:bodyPr>
          <a:lstStyle/>
          <a:p>
            <a:r>
              <a:rPr kumimoji="1" lang="en-US" altLang="zh-CN" smtClean="0"/>
              <a:t>Assume we limit the length of username is 16 in maximum.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361764" y="3192113"/>
            <a:ext cx="8420472" cy="341632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class </a:t>
            </a:r>
            <a:r>
              <a:rPr lang="en-US" altLang="zh-CN" b="1" dirty="0" err="1">
                <a:latin typeface="Courier" charset="0"/>
                <a:ea typeface="Courier" charset="0"/>
                <a:cs typeface="Courier" charset="0"/>
              </a:rPr>
              <a:t>LoginForm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b="1" dirty="0" err="1">
                <a:latin typeface="Courier" charset="0"/>
                <a:ea typeface="Courier" charset="0"/>
                <a:cs typeface="Courier" charset="0"/>
              </a:rPr>
              <a:t>forms.Form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):</a:t>
            </a:r>
            <a:br>
              <a:rPr lang="en-US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    username = </a:t>
            </a:r>
            <a:r>
              <a:rPr lang="en-US" altLang="zh-CN" b="1" dirty="0" err="1">
                <a:latin typeface="Courier" charset="0"/>
                <a:ea typeface="Courier" charset="0"/>
                <a:cs typeface="Courier" charset="0"/>
              </a:rPr>
              <a:t>forms.CharField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b="1" dirty="0">
                <a:solidFill>
                  <a:srgbClr val="660099"/>
                </a:solidFill>
                <a:latin typeface="Courier" charset="0"/>
                <a:ea typeface="Courier" charset="0"/>
                <a:cs typeface="Courier" charset="0"/>
              </a:rPr>
              <a:t>widget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b="1" dirty="0" err="1">
                <a:latin typeface="Courier" charset="0"/>
                <a:ea typeface="Courier" charset="0"/>
                <a:cs typeface="Courier" charset="0"/>
              </a:rPr>
              <a:t>forms.TextInput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(</a:t>
            </a:r>
            <a:br>
              <a:rPr lang="en-US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en-US" altLang="zh-CN" b="1" dirty="0" err="1">
                <a:solidFill>
                  <a:srgbClr val="660099"/>
                </a:solidFill>
                <a:latin typeface="Courier" charset="0"/>
                <a:ea typeface="Courier" charset="0"/>
                <a:cs typeface="Courier" charset="0"/>
              </a:rPr>
              <a:t>attrs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={</a:t>
            </a:r>
            <a:r>
              <a:rPr lang="en-US" altLang="zh-CN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'placeholder'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: </a:t>
            </a:r>
            <a:r>
              <a:rPr lang="en-US" altLang="zh-CN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'username'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}))</a:t>
            </a:r>
            <a:br>
              <a:rPr lang="en-US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    password = </a:t>
            </a:r>
            <a:r>
              <a:rPr lang="en-US" altLang="zh-CN" b="1" dirty="0" err="1">
                <a:latin typeface="Courier" charset="0"/>
                <a:ea typeface="Courier" charset="0"/>
                <a:cs typeface="Courier" charset="0"/>
              </a:rPr>
              <a:t>forms.CharField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b="1" dirty="0">
                <a:solidFill>
                  <a:srgbClr val="660099"/>
                </a:solidFill>
                <a:latin typeface="Courier" charset="0"/>
                <a:ea typeface="Courier" charset="0"/>
                <a:cs typeface="Courier" charset="0"/>
              </a:rPr>
              <a:t>widget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b="1" dirty="0" err="1">
                <a:latin typeface="Courier" charset="0"/>
                <a:ea typeface="Courier" charset="0"/>
                <a:cs typeface="Courier" charset="0"/>
              </a:rPr>
              <a:t>forms.PasswordInput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(</a:t>
            </a:r>
            <a:br>
              <a:rPr lang="en-US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en-US" altLang="zh-CN" b="1" dirty="0" err="1">
                <a:solidFill>
                  <a:srgbClr val="660099"/>
                </a:solidFill>
                <a:latin typeface="Courier" charset="0"/>
                <a:ea typeface="Courier" charset="0"/>
                <a:cs typeface="Courier" charset="0"/>
              </a:rPr>
              <a:t>attrs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={</a:t>
            </a:r>
            <a:r>
              <a:rPr lang="en-US" altLang="zh-CN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'placeholder'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: </a:t>
            </a:r>
            <a:r>
              <a:rPr lang="en-US" altLang="zh-CN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'password'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}</a:t>
            </a:r>
            <a:br>
              <a:rPr lang="en-US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    ))</a:t>
            </a:r>
            <a:br>
              <a:rPr lang="en-US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/>
            </a:r>
            <a:br>
              <a:rPr lang="en-US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def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b="1" dirty="0" err="1">
                <a:latin typeface="Courier" charset="0"/>
                <a:ea typeface="Courier" charset="0"/>
                <a:cs typeface="Courier" charset="0"/>
              </a:rPr>
              <a:t>clean_username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b="1" dirty="0">
                <a:solidFill>
                  <a:srgbClr val="94558D"/>
                </a:solidFill>
                <a:latin typeface="Courier" charset="0"/>
                <a:ea typeface="Courier" charset="0"/>
                <a:cs typeface="Courier" charset="0"/>
              </a:rPr>
              <a:t>self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):</a:t>
            </a:r>
            <a:br>
              <a:rPr lang="en-US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        username = </a:t>
            </a:r>
            <a:r>
              <a:rPr lang="en-US" altLang="zh-CN" b="1" dirty="0" err="1">
                <a:solidFill>
                  <a:srgbClr val="94558D"/>
                </a:solidFill>
                <a:latin typeface="Courier" charset="0"/>
                <a:ea typeface="Courier" charset="0"/>
                <a:cs typeface="Courier" charset="0"/>
              </a:rPr>
              <a:t>self</a:t>
            </a:r>
            <a:r>
              <a:rPr lang="en-US" altLang="zh-CN" b="1" dirty="0" err="1">
                <a:latin typeface="Courier" charset="0"/>
                <a:ea typeface="Courier" charset="0"/>
                <a:cs typeface="Courier" charset="0"/>
              </a:rPr>
              <a:t>.cleaned_data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[</a:t>
            </a:r>
            <a:r>
              <a:rPr lang="en-US" altLang="zh-CN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'username'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]</a:t>
            </a:r>
            <a:br>
              <a:rPr lang="en-US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if </a:t>
            </a:r>
            <a:r>
              <a:rPr lang="en-US" altLang="zh-CN" b="1" dirty="0" err="1">
                <a:latin typeface="Courier" charset="0"/>
                <a:ea typeface="Courier" charset="0"/>
                <a:cs typeface="Courier" charset="0"/>
              </a:rPr>
              <a:t>len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(username) &gt; </a:t>
            </a:r>
            <a:r>
              <a:rPr lang="en-US" altLang="zh-CN" b="1" dirty="0" smtClean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16</a:t>
            </a:r>
            <a:r>
              <a:rPr lang="en-US" altLang="zh-CN" b="1" dirty="0" smtClean="0">
                <a:latin typeface="Courier" charset="0"/>
                <a:ea typeface="Courier" charset="0"/>
                <a:cs typeface="Courier" charset="0"/>
              </a:rPr>
              <a:t>: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/>
            </a:r>
            <a:br>
              <a:rPr lang="en-US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            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raise </a:t>
            </a:r>
            <a:r>
              <a:rPr lang="en-US" altLang="zh-CN" b="1" dirty="0" err="1">
                <a:latin typeface="Courier" charset="0"/>
                <a:ea typeface="Courier" charset="0"/>
                <a:cs typeface="Courier" charset="0"/>
              </a:rPr>
              <a:t>ValidationError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'username is to long'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)</a:t>
            </a:r>
            <a:br>
              <a:rPr lang="en-US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return 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username</a:t>
            </a:r>
            <a:endParaRPr lang="zh-CN" altLang="en-US" b="1" dirty="0"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08941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Django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form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err="1" smtClean="0"/>
              <a:t>Form.is_vaild</a:t>
            </a:r>
            <a:r>
              <a:rPr kumimoji="1" lang="en-US" altLang="zh-CN" dirty="0" smtClean="0"/>
              <a:t>()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will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return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False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if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length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of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username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longer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than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16.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073896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Build-in field classes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When you create a Form class, the most important part is defining the fields of the form.</a:t>
            </a:r>
            <a:endParaRPr lang="zh-CN" alt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612676" y="3429000"/>
            <a:ext cx="7918648" cy="3170099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  <a:effectLst/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" charset="0"/>
                <a:ea typeface="Courier" charset="0"/>
                <a:cs typeface="Courier" charset="0"/>
              </a:rPr>
              <a:t>from 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django 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" charset="0"/>
                <a:ea typeface="Courier" charset="0"/>
                <a:cs typeface="Courier" charset="0"/>
              </a:rPr>
              <a:t>import 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forms</a:t>
            </a:r>
            <a:b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</a:b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/>
            </a:r>
            <a:b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</a:b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" charset="0"/>
                <a:ea typeface="Courier" charset="0"/>
                <a:cs typeface="Courier" charset="0"/>
              </a:rPr>
              <a:t>class 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LoginForm(forms.Form):</a:t>
            </a:r>
            <a:b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</a:b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    username = forms.CharField(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660099"/>
                </a:solidFill>
                <a:effectLst/>
                <a:latin typeface="Courier" charset="0"/>
                <a:ea typeface="Courier" charset="0"/>
                <a:cs typeface="Courier" charset="0"/>
              </a:rPr>
              <a:t>widget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=forms.TextInput(</a:t>
            </a:r>
            <a:b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</a:b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660099"/>
                </a:solidFill>
                <a:effectLst/>
                <a:latin typeface="Courier" charset="0"/>
                <a:ea typeface="Courier" charset="0"/>
                <a:cs typeface="Courier" charset="0"/>
              </a:rPr>
              <a:t>attrs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={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Courier" charset="0"/>
                <a:ea typeface="Courier" charset="0"/>
                <a:cs typeface="Courier" charset="0"/>
              </a:rPr>
              <a:t>'placeholder'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: 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Courier" charset="0"/>
                <a:ea typeface="Courier" charset="0"/>
                <a:cs typeface="Courier" charset="0"/>
              </a:rPr>
              <a:t>'username'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}))</a:t>
            </a:r>
            <a:b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</a:b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    password = forms.CharField(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660099"/>
                </a:solidFill>
                <a:effectLst/>
                <a:latin typeface="Courier" charset="0"/>
                <a:ea typeface="Courier" charset="0"/>
                <a:cs typeface="Courier" charset="0"/>
              </a:rPr>
              <a:t>widget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=forms.PasswordInput(</a:t>
            </a:r>
            <a:b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</a:b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660099"/>
                </a:solidFill>
                <a:effectLst/>
                <a:latin typeface="Courier" charset="0"/>
                <a:ea typeface="Courier" charset="0"/>
                <a:cs typeface="Courier" charset="0"/>
              </a:rPr>
              <a:t>attrs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={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Courier" charset="0"/>
                <a:ea typeface="Courier" charset="0"/>
                <a:cs typeface="Courier" charset="0"/>
              </a:rPr>
              <a:t>'placeholder'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: 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Courier" charset="0"/>
                <a:ea typeface="Courier" charset="0"/>
                <a:cs typeface="Courier" charset="0"/>
              </a:rPr>
              <a:t>'password'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}</a:t>
            </a:r>
            <a:b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</a:b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    ))</a:t>
            </a:r>
            <a:endParaRPr kumimoji="0" lang="zh-CN" altLang="zh-CN" sz="2000" b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urier" charset="0"/>
              <a:ea typeface="Courier" charset="0"/>
              <a:cs typeface="Courier" charset="0"/>
            </a:endParaRPr>
          </a:p>
        </p:txBody>
      </p:sp>
      <p:cxnSp>
        <p:nvCxnSpPr>
          <p:cNvPr id="5" name="直线连接符 4"/>
          <p:cNvCxnSpPr/>
          <p:nvPr/>
        </p:nvCxnSpPr>
        <p:spPr>
          <a:xfrm>
            <a:off x="1619672" y="5013176"/>
            <a:ext cx="136815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连接符 8"/>
          <p:cNvCxnSpPr/>
          <p:nvPr/>
        </p:nvCxnSpPr>
        <p:spPr>
          <a:xfrm>
            <a:off x="1619672" y="5949280"/>
            <a:ext cx="136815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2541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Build-in </a:t>
            </a:r>
            <a:r>
              <a:rPr lang="en-US" altLang="zh-CN" dirty="0" smtClean="0"/>
              <a:t>field classes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CN" dirty="0">
                <a:hlinkClick r:id="rId2"/>
              </a:rPr>
              <a:t>https://docs.djangoproject.com/en/1.11/ref/forms/fields/</a:t>
            </a:r>
            <a:endParaRPr lang="en-US" altLang="zh-CN" dirty="0"/>
          </a:p>
          <a:p>
            <a:r>
              <a:rPr kumimoji="1" lang="en-US" altLang="zh-CN" dirty="0" err="1"/>
              <a:t>BooleanField</a:t>
            </a:r>
            <a:endParaRPr kumimoji="1" lang="en-US" altLang="zh-CN" dirty="0"/>
          </a:p>
          <a:p>
            <a:r>
              <a:rPr kumimoji="1" lang="en-US" altLang="zh-CN" dirty="0" err="1"/>
              <a:t>CharField</a:t>
            </a:r>
            <a:endParaRPr kumimoji="1" lang="en-US" altLang="zh-CN" dirty="0"/>
          </a:p>
          <a:p>
            <a:r>
              <a:rPr kumimoji="1" lang="en-US" altLang="zh-CN" dirty="0" err="1"/>
              <a:t>ChoiceField</a:t>
            </a:r>
            <a:endParaRPr kumimoji="1" lang="en-US" altLang="zh-CN" dirty="0"/>
          </a:p>
          <a:p>
            <a:r>
              <a:rPr kumimoji="1" lang="en-US" altLang="zh-CN" dirty="0" err="1" smtClean="0"/>
              <a:t>DateTimeField</a:t>
            </a:r>
            <a:endParaRPr kumimoji="1" lang="en-US" altLang="zh-CN" dirty="0"/>
          </a:p>
          <a:p>
            <a:r>
              <a:rPr kumimoji="1" lang="en-US" altLang="zh-CN" dirty="0" err="1" smtClean="0"/>
              <a:t>FileField</a:t>
            </a:r>
            <a:endParaRPr kumimoji="1" lang="en-US" altLang="zh-CN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82313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Build-in field</a:t>
            </a:r>
            <a:r>
              <a:rPr lang="zh-CN" altLang="en-US" dirty="0" smtClean="0"/>
              <a:t> </a:t>
            </a:r>
            <a:r>
              <a:rPr lang="en-US" altLang="zh-CN" dirty="0" smtClean="0"/>
              <a:t>widgets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 widget is Django’s representation of an HTML input element. The widget handles the rendering of the HTML, and the extraction of data from a GET/POST dictionary that corresponds to the widget.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81352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Build-in field</a:t>
            </a:r>
            <a:r>
              <a:rPr lang="zh-CN" altLang="en-US" dirty="0"/>
              <a:t> </a:t>
            </a:r>
            <a:r>
              <a:rPr lang="en-US" altLang="zh-CN" dirty="0"/>
              <a:t>widgets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2121408"/>
            <a:ext cx="7772400" cy="1091568"/>
          </a:xfrm>
        </p:spPr>
        <p:txBody>
          <a:bodyPr>
            <a:normAutofit fontScale="92500" lnSpcReduction="10000"/>
          </a:bodyPr>
          <a:lstStyle/>
          <a:p>
            <a:r>
              <a:rPr kumimoji="1" lang="en-US" altLang="zh-CN" dirty="0">
                <a:hlinkClick r:id="rId2"/>
              </a:rPr>
              <a:t>https://</a:t>
            </a:r>
            <a:r>
              <a:rPr kumimoji="1" lang="en-US" altLang="zh-CN" dirty="0" err="1">
                <a:hlinkClick r:id="rId2"/>
              </a:rPr>
              <a:t>docs.djangoproject.com</a:t>
            </a:r>
            <a:r>
              <a:rPr kumimoji="1" lang="en-US" altLang="zh-CN" dirty="0">
                <a:hlinkClick r:id="rId2"/>
              </a:rPr>
              <a:t>/</a:t>
            </a:r>
            <a:r>
              <a:rPr kumimoji="1" lang="en-US" altLang="zh-CN" dirty="0" err="1">
                <a:hlinkClick r:id="rId2"/>
              </a:rPr>
              <a:t>en</a:t>
            </a:r>
            <a:r>
              <a:rPr kumimoji="1" lang="en-US" altLang="zh-CN" dirty="0">
                <a:hlinkClick r:id="rId2"/>
              </a:rPr>
              <a:t>/1.11/ref/forms/widgets/</a:t>
            </a:r>
            <a:endParaRPr kumimoji="1" lang="zh-CN" alt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666911" y="3284984"/>
            <a:ext cx="7918648" cy="3170099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  <a:effectLst/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" charset="0"/>
                <a:ea typeface="Courier" charset="0"/>
                <a:cs typeface="Courier" charset="0"/>
              </a:rPr>
              <a:t>from 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django 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" charset="0"/>
                <a:ea typeface="Courier" charset="0"/>
                <a:cs typeface="Courier" charset="0"/>
              </a:rPr>
              <a:t>import 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forms</a:t>
            </a:r>
            <a:b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</a:b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/>
            </a:r>
            <a:b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</a:b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" charset="0"/>
                <a:ea typeface="Courier" charset="0"/>
                <a:cs typeface="Courier" charset="0"/>
              </a:rPr>
              <a:t>class 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LoginForm(forms.Form):</a:t>
            </a:r>
            <a:b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</a:b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    username = forms.CharField(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660099"/>
                </a:solidFill>
                <a:effectLst/>
                <a:latin typeface="Courier" charset="0"/>
                <a:ea typeface="Courier" charset="0"/>
                <a:cs typeface="Courier" charset="0"/>
              </a:rPr>
              <a:t>widget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=forms.TextInput(</a:t>
            </a:r>
            <a:b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</a:b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660099"/>
                </a:solidFill>
                <a:effectLst/>
                <a:latin typeface="Courier" charset="0"/>
                <a:ea typeface="Courier" charset="0"/>
                <a:cs typeface="Courier" charset="0"/>
              </a:rPr>
              <a:t>attrs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={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Courier" charset="0"/>
                <a:ea typeface="Courier" charset="0"/>
                <a:cs typeface="Courier" charset="0"/>
              </a:rPr>
              <a:t>'placeholder'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: 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Courier" charset="0"/>
                <a:ea typeface="Courier" charset="0"/>
                <a:cs typeface="Courier" charset="0"/>
              </a:rPr>
              <a:t>'username'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}))</a:t>
            </a:r>
            <a:b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</a:b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    password = forms.CharField(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660099"/>
                </a:solidFill>
                <a:effectLst/>
                <a:latin typeface="Courier" charset="0"/>
                <a:ea typeface="Courier" charset="0"/>
                <a:cs typeface="Courier" charset="0"/>
              </a:rPr>
              <a:t>widget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=forms.PasswordInput(</a:t>
            </a:r>
            <a:b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</a:b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660099"/>
                </a:solidFill>
                <a:effectLst/>
                <a:latin typeface="Courier" charset="0"/>
                <a:ea typeface="Courier" charset="0"/>
                <a:cs typeface="Courier" charset="0"/>
              </a:rPr>
              <a:t>attrs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={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Courier" charset="0"/>
                <a:ea typeface="Courier" charset="0"/>
                <a:cs typeface="Courier" charset="0"/>
              </a:rPr>
              <a:t>'placeholder'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: 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Courier" charset="0"/>
                <a:ea typeface="Courier" charset="0"/>
                <a:cs typeface="Courier" charset="0"/>
              </a:rPr>
              <a:t>'password'</a:t>
            </a: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}</a:t>
            </a:r>
            <a:b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</a:br>
            <a:r>
              <a:rPr kumimoji="0" lang="zh-CN" altLang="zh-CN" sz="2000" b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 charset="0"/>
                <a:ea typeface="Courier" charset="0"/>
                <a:cs typeface="Courier" charset="0"/>
              </a:rPr>
              <a:t>    ))</a:t>
            </a:r>
            <a:endParaRPr kumimoji="0" lang="zh-CN" altLang="zh-CN" sz="2000" b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urier" charset="0"/>
              <a:ea typeface="Courier" charset="0"/>
              <a:cs typeface="Courier" charset="0"/>
            </a:endParaRPr>
          </a:p>
        </p:txBody>
      </p:sp>
      <p:cxnSp>
        <p:nvCxnSpPr>
          <p:cNvPr id="5" name="直线连接符 4"/>
          <p:cNvCxnSpPr/>
          <p:nvPr/>
        </p:nvCxnSpPr>
        <p:spPr>
          <a:xfrm>
            <a:off x="3203848" y="4869160"/>
            <a:ext cx="35283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线连接符 6"/>
          <p:cNvCxnSpPr/>
          <p:nvPr/>
        </p:nvCxnSpPr>
        <p:spPr>
          <a:xfrm>
            <a:off x="1979712" y="5157192"/>
            <a:ext cx="525658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9256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 err="1" smtClean="0"/>
              <a:t>modelform</a:t>
            </a:r>
            <a:endParaRPr kumimoji="1"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55764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 smtClean="0"/>
              <a:t>modelform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If you’re building a database-driven app, chances are you’ll have forms that map closely to Django models</a:t>
            </a:r>
            <a:r>
              <a:rPr kumimoji="1" lang="en-US" altLang="zh-CN" dirty="0" smtClean="0"/>
              <a:t>.</a:t>
            </a:r>
          </a:p>
          <a:p>
            <a:r>
              <a:rPr kumimoji="1" lang="en-US" altLang="zh-CN" dirty="0" smtClean="0"/>
              <a:t>For instance, we have Book model in our Library Management System, and we want to create a form that lets administrator create new book.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48429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modelform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For this reason, Django provides a helper class that lets you create a Form class from a Django </a:t>
            </a:r>
            <a:r>
              <a:rPr kumimoji="1" lang="en-US" altLang="zh-CN" dirty="0" smtClean="0"/>
              <a:t>model.</a:t>
            </a:r>
          </a:p>
          <a:p>
            <a:r>
              <a:rPr kumimoji="1" lang="en-US" altLang="zh-CN" dirty="0" smtClean="0"/>
              <a:t>Do you remember we have a </a:t>
            </a:r>
            <a:r>
              <a:rPr lang="en-US" altLang="zh-CN" dirty="0" err="1" smtClean="0"/>
              <a:t>CreateAuthor</a:t>
            </a:r>
            <a:r>
              <a:rPr lang="en-US" altLang="zh-CN" dirty="0" smtClean="0"/>
              <a:t> view used to create author of book? </a:t>
            </a:r>
            <a:r>
              <a:rPr lang="en-US" altLang="zh-CN" smtClean="0"/>
              <a:t>Lets modify it.</a:t>
            </a:r>
            <a:endParaRPr kumimoji="1" lang="en-US" altLang="zh-CN" smtClean="0"/>
          </a:p>
        </p:txBody>
      </p:sp>
    </p:spTree>
    <p:extLst>
      <p:ext uri="{BB962C8B-B14F-4D97-AF65-F5344CB8AC3E}">
        <p14:creationId xmlns:p14="http://schemas.microsoft.com/office/powerpoint/2010/main" val="19960621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The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view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85800" y="2136339"/>
            <a:ext cx="7772400" cy="2862322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class 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CreateAuthor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CreateView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):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form_class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= 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AuthorForm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/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template_name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= 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'backstage/</a:t>
            </a:r>
            <a:r>
              <a:rPr lang="en-US" altLang="zh-CN" sz="2000" b="1" dirty="0" err="1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create_author.html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b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/>
            </a:r>
            <a:b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2000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def</a:t>
            </a: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get_success_url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94558D"/>
                </a:solidFill>
                <a:latin typeface="Courier" charset="0"/>
                <a:ea typeface="Courier" charset="0"/>
                <a:cs typeface="Courier" charset="0"/>
              </a:rPr>
              <a:t>self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):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messages.success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 err="1">
                <a:solidFill>
                  <a:srgbClr val="94558D"/>
                </a:solidFill>
                <a:latin typeface="Courier" charset="0"/>
                <a:ea typeface="Courier" charset="0"/>
                <a:cs typeface="Courier" charset="0"/>
              </a:rPr>
              <a:t>self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.request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, 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'Create Success!'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)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return 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resolve_url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 err="1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create_author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)</a:t>
            </a:r>
            <a:endParaRPr lang="zh-CN" altLang="en-US" sz="2000" b="1" dirty="0">
              <a:latin typeface="Courier" charset="0"/>
              <a:ea typeface="Courier" charset="0"/>
              <a:cs typeface="Courier" charset="0"/>
            </a:endParaRPr>
          </a:p>
        </p:txBody>
      </p:sp>
      <p:cxnSp>
        <p:nvCxnSpPr>
          <p:cNvPr id="5" name="直线连接符 4"/>
          <p:cNvCxnSpPr/>
          <p:nvPr/>
        </p:nvCxnSpPr>
        <p:spPr>
          <a:xfrm>
            <a:off x="1403648" y="2780928"/>
            <a:ext cx="35283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83935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The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form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2121408"/>
            <a:ext cx="7772400" cy="731528"/>
          </a:xfrm>
        </p:spPr>
        <p:txBody>
          <a:bodyPr/>
          <a:lstStyle/>
          <a:p>
            <a:r>
              <a:rPr kumimoji="1" lang="en-US" altLang="zh-CN" dirty="0" smtClean="0"/>
              <a:t>In</a:t>
            </a:r>
            <a:r>
              <a:rPr kumimoji="1" lang="zh-CN" altLang="en-US" dirty="0" smtClean="0"/>
              <a:t> </a:t>
            </a:r>
            <a:r>
              <a:rPr kumimoji="1" lang="en-US" altLang="zh-CN" dirty="0" err="1" smtClean="0"/>
              <a:t>forms.py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85800" y="3023419"/>
            <a:ext cx="7772400" cy="2246769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from 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django.forms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import </a:t>
            </a:r>
            <a:r>
              <a:rPr lang="en-US" altLang="zh-CN" sz="2000" b="1" dirty="0" err="1" smtClean="0">
                <a:latin typeface="Courier" charset="0"/>
                <a:ea typeface="Courier" charset="0"/>
                <a:cs typeface="Courier" charset="0"/>
              </a:rPr>
              <a:t>ModelForm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/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from 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.models </a:t>
            </a: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import 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Author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/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class 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AuthorForm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ModelForm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):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class 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Meta: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       model = Author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       fields = 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'__all__'</a:t>
            </a:r>
            <a:endParaRPr lang="zh-CN" altLang="en-US" sz="2000" b="1" dirty="0"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265512" y="5651433"/>
            <a:ext cx="619268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/>
              <a:t>Set the fields attribute to the special value '__all__' to indicate that all fields in the model should be used.</a:t>
            </a:r>
            <a:endParaRPr lang="zh-CN" altLang="en-US" sz="2400" b="1" dirty="0"/>
          </a:p>
        </p:txBody>
      </p:sp>
      <p:cxnSp>
        <p:nvCxnSpPr>
          <p:cNvPr id="7" name="直线箭头连接符 6"/>
          <p:cNvCxnSpPr/>
          <p:nvPr/>
        </p:nvCxnSpPr>
        <p:spPr>
          <a:xfrm flipH="1" flipV="1">
            <a:off x="4716016" y="5157192"/>
            <a:ext cx="1440160" cy="57606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54155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modelform</a:t>
            </a:r>
            <a:endParaRPr kumimoji="1"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434" y="2120900"/>
            <a:ext cx="7745132" cy="4051300"/>
          </a:xfrm>
        </p:spPr>
      </p:pic>
    </p:spTree>
    <p:extLst>
      <p:ext uri="{BB962C8B-B14F-4D97-AF65-F5344CB8AC3E}">
        <p14:creationId xmlns:p14="http://schemas.microsoft.com/office/powerpoint/2010/main" val="19435351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Validation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Model validation </a:t>
            </a:r>
            <a:r>
              <a:rPr kumimoji="1" lang="en-US" altLang="zh-CN" dirty="0" smtClean="0"/>
              <a:t>is </a:t>
            </a:r>
            <a:r>
              <a:rPr kumimoji="1" lang="en-US" altLang="zh-CN" dirty="0"/>
              <a:t>triggered </a:t>
            </a:r>
            <a:r>
              <a:rPr kumimoji="1" lang="en-US" altLang="zh-CN" dirty="0" smtClean="0"/>
              <a:t>after the form’s </a:t>
            </a:r>
            <a:r>
              <a:rPr kumimoji="1" lang="en-US" altLang="zh-CN" dirty="0" smtClean="0">
                <a:solidFill>
                  <a:srgbClr val="0070C0"/>
                </a:solidFill>
              </a:rPr>
              <a:t>clean()</a:t>
            </a:r>
            <a:r>
              <a:rPr kumimoji="1" lang="en-US" altLang="zh-CN" dirty="0" smtClean="0"/>
              <a:t> method is called.</a:t>
            </a:r>
          </a:p>
          <a:p>
            <a:r>
              <a:rPr kumimoji="1" lang="en-US" altLang="zh-CN" dirty="0"/>
              <a:t>You can override the </a:t>
            </a:r>
            <a:r>
              <a:rPr kumimoji="1" lang="en-US" altLang="zh-CN" dirty="0">
                <a:solidFill>
                  <a:srgbClr val="0070C0"/>
                </a:solidFill>
              </a:rPr>
              <a:t>clean()</a:t>
            </a:r>
            <a:r>
              <a:rPr kumimoji="1" lang="en-US" altLang="zh-CN" dirty="0"/>
              <a:t> method on a model form to provide additional </a:t>
            </a:r>
            <a:r>
              <a:rPr kumimoji="1" lang="en-US" altLang="zh-CN" dirty="0" smtClean="0"/>
              <a:t>validation.</a:t>
            </a:r>
          </a:p>
          <a:p>
            <a:r>
              <a:rPr kumimoji="1" lang="en-US" altLang="zh-CN" dirty="0" smtClean="0"/>
              <a:t>Let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write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clean()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method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avoid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user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create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repeated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author.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684069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Validation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31540" y="2088296"/>
            <a:ext cx="8280920" cy="440120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from 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django.forms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import 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ModelForm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, 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ValidationError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/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from 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.models </a:t>
            </a: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import 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Author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/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class 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AuthorForm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ModelForm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):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class 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Meta: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       model = Author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       fields = 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'__all__'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/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/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2000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def</a:t>
            </a: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clean_name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94558D"/>
                </a:solidFill>
                <a:latin typeface="Courier" charset="0"/>
                <a:ea typeface="Courier" charset="0"/>
                <a:cs typeface="Courier" charset="0"/>
              </a:rPr>
              <a:t>self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):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       name = </a:t>
            </a:r>
            <a:r>
              <a:rPr lang="en-US" altLang="zh-CN" sz="2000" b="1" dirty="0" err="1">
                <a:solidFill>
                  <a:srgbClr val="94558D"/>
                </a:solidFill>
                <a:latin typeface="Courier" charset="0"/>
                <a:ea typeface="Courier" charset="0"/>
                <a:cs typeface="Courier" charset="0"/>
              </a:rPr>
              <a:t>self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.cleaned_data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[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'name'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]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if 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Author.objects.filter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660099"/>
                </a:solidFill>
                <a:latin typeface="Courier" charset="0"/>
                <a:ea typeface="Courier" charset="0"/>
                <a:cs typeface="Courier" charset="0"/>
              </a:rPr>
              <a:t>name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=name).exists():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           </a:t>
            </a: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raise 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ValidationError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'Author is already exist!'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)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return 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name</a:t>
            </a:r>
            <a:endParaRPr lang="zh-CN" altLang="en-US" sz="2000" b="1" dirty="0"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179512" y="4365103"/>
            <a:ext cx="8532948" cy="2304257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816022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Validation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smtClean="0"/>
              <a:t>Now</a:t>
            </a:r>
            <a:r>
              <a:rPr kumimoji="1" lang="zh-CN" altLang="en-US" dirty="0"/>
              <a:t> </a:t>
            </a:r>
            <a:r>
              <a:rPr kumimoji="1" lang="en-US" altLang="zh-CN" dirty="0" smtClean="0"/>
              <a:t>if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we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try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create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user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which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already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exist,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error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message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will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show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up.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752642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Validation</a:t>
            </a:r>
            <a:endParaRPr kumimoji="1"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120900"/>
            <a:ext cx="7772400" cy="4476452"/>
          </a:xfrm>
        </p:spPr>
      </p:pic>
      <p:sp>
        <p:nvSpPr>
          <p:cNvPr id="5" name="椭圆 4"/>
          <p:cNvSpPr/>
          <p:nvPr/>
        </p:nvSpPr>
        <p:spPr>
          <a:xfrm>
            <a:off x="1979712" y="3212976"/>
            <a:ext cx="3312368" cy="432048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62716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reference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en-US" altLang="zh-CN" dirty="0">
                <a:hlinkClick r:id="rId2"/>
              </a:rPr>
              <a:t>https://docs.djangoproject.com/en/1.11/topics/forms/</a:t>
            </a:r>
          </a:p>
          <a:p>
            <a:r>
              <a:rPr kumimoji="1" lang="en-US" altLang="zh-CN" dirty="0" smtClean="0">
                <a:hlinkClick r:id="rId2"/>
              </a:rPr>
              <a:t>https</a:t>
            </a:r>
            <a:r>
              <a:rPr kumimoji="1" lang="en-US" altLang="zh-CN" dirty="0">
                <a:hlinkClick r:id="rId2"/>
              </a:rPr>
              <a:t>://docs.djangoproject.com/en/1.11/ref/forms/fields</a:t>
            </a:r>
            <a:r>
              <a:rPr kumimoji="1" lang="en-US" altLang="zh-CN" dirty="0" smtClean="0">
                <a:hlinkClick r:id="rId2"/>
              </a:rPr>
              <a:t>/</a:t>
            </a:r>
          </a:p>
          <a:p>
            <a:r>
              <a:rPr kumimoji="1" lang="en-US" altLang="zh-CN" dirty="0">
                <a:hlinkClick r:id="rId2"/>
              </a:rPr>
              <a:t>https://docs.djangoproject.com/en/1.11/ref/forms/widgets/</a:t>
            </a:r>
          </a:p>
          <a:p>
            <a:r>
              <a:rPr kumimoji="1" lang="en-US" altLang="zh-CN" dirty="0" smtClean="0">
                <a:hlinkClick r:id="rId2"/>
              </a:rPr>
              <a:t>https</a:t>
            </a:r>
            <a:r>
              <a:rPr kumimoji="1" lang="en-US" altLang="zh-CN" dirty="0">
                <a:hlinkClick r:id="rId2"/>
              </a:rPr>
              <a:t>://docs.djangoproject.com/en/1.11/topics/forms/modelforms/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861820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2317727" y="2411518"/>
            <a:ext cx="4535216" cy="107721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8000" b="1" cap="none" spc="0" dirty="0" smtClean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C0000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Questions?</a:t>
            </a:r>
            <a:endParaRPr lang="zh-CN" altLang="en-US" sz="80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C00000"/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17438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木活字">
  <a:themeElements>
    <a:clrScheme name="木活字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木活字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木活字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313</TotalTime>
  <Words>477</Words>
  <Application>Microsoft Macintosh PowerPoint</Application>
  <PresentationFormat>全屏显示(4:3)</PresentationFormat>
  <Paragraphs>84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2" baseType="lpstr">
      <vt:lpstr>Calibri</vt:lpstr>
      <vt:lpstr>Courier</vt:lpstr>
      <vt:lpstr>DengXian</vt:lpstr>
      <vt:lpstr>Rockwell</vt:lpstr>
      <vt:lpstr>Rockwell Condensed</vt:lpstr>
      <vt:lpstr>Rockwell Extra Bold</vt:lpstr>
      <vt:lpstr>Times New Roman</vt:lpstr>
      <vt:lpstr>Wingdings</vt:lpstr>
      <vt:lpstr>方正姚体</vt:lpstr>
      <vt:lpstr>木活字</vt:lpstr>
      <vt:lpstr>Django form</vt:lpstr>
      <vt:lpstr>Html form</vt:lpstr>
      <vt:lpstr>Html form</vt:lpstr>
      <vt:lpstr>PowerPoint 演示文稿</vt:lpstr>
      <vt:lpstr>form</vt:lpstr>
      <vt:lpstr>Django form</vt:lpstr>
      <vt:lpstr>Django form</vt:lpstr>
      <vt:lpstr>the Froms</vt:lpstr>
      <vt:lpstr>the Froms</vt:lpstr>
      <vt:lpstr>The Views</vt:lpstr>
      <vt:lpstr>The Template</vt:lpstr>
      <vt:lpstr>Django form</vt:lpstr>
      <vt:lpstr>Django form</vt:lpstr>
      <vt:lpstr>Django form</vt:lpstr>
      <vt:lpstr>Django form</vt:lpstr>
      <vt:lpstr>Django form</vt:lpstr>
      <vt:lpstr>Build-in field classes </vt:lpstr>
      <vt:lpstr>Build-in field classes </vt:lpstr>
      <vt:lpstr>Build-in field widgets</vt:lpstr>
      <vt:lpstr>Build-in field widgets</vt:lpstr>
      <vt:lpstr>modelform</vt:lpstr>
      <vt:lpstr>modelform</vt:lpstr>
      <vt:lpstr>modelform</vt:lpstr>
      <vt:lpstr>The view</vt:lpstr>
      <vt:lpstr>The form</vt:lpstr>
      <vt:lpstr>modelform</vt:lpstr>
      <vt:lpstr>Validation</vt:lpstr>
      <vt:lpstr>Validation</vt:lpstr>
      <vt:lpstr>Validation</vt:lpstr>
      <vt:lpstr>Validation</vt:lpstr>
      <vt:lpstr>reference</vt:lpstr>
      <vt:lpstr>Questions?</vt:lpstr>
    </vt:vector>
  </TitlesOfParts>
  <Company>CHINA</Company>
  <LinksUpToDate>false</LinksUpToDate>
  <SharedDoc>false</SharedDoc>
  <HyperlinksChanged>false</HyperlinksChanged>
  <AppVersion>15.0027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Django form</dc:title>
  <dc:creator>USER</dc:creator>
  <cp:lastModifiedBy>Jacqueline Jiang</cp:lastModifiedBy>
  <cp:revision>97</cp:revision>
  <dcterms:created xsi:type="dcterms:W3CDTF">2017-09-05T12:20:57Z</dcterms:created>
  <dcterms:modified xsi:type="dcterms:W3CDTF">2017-09-06T11:55:34Z</dcterms:modified>
</cp:coreProperties>
</file>