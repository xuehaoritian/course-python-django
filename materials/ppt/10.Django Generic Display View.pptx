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png" ContentType="image/png"/>
  <Default Extension="wdp" ContentType="image/vnd.ms-photo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4744" r:id="rId1"/>
  </p:sldMasterIdLst>
  <p:notesMasterIdLst>
    <p:notesMasterId r:id="rId36"/>
  </p:notesMasterIdLst>
  <p:sldIdLst>
    <p:sldId id="256" r:id="rId2"/>
    <p:sldId id="353" r:id="rId3"/>
    <p:sldId id="352" r:id="rId4"/>
    <p:sldId id="354" r:id="rId5"/>
    <p:sldId id="355" r:id="rId6"/>
    <p:sldId id="357" r:id="rId7"/>
    <p:sldId id="356" r:id="rId8"/>
    <p:sldId id="367" r:id="rId9"/>
    <p:sldId id="358" r:id="rId10"/>
    <p:sldId id="359" r:id="rId11"/>
    <p:sldId id="360" r:id="rId12"/>
    <p:sldId id="361" r:id="rId13"/>
    <p:sldId id="362" r:id="rId14"/>
    <p:sldId id="363" r:id="rId15"/>
    <p:sldId id="364" r:id="rId16"/>
    <p:sldId id="365" r:id="rId17"/>
    <p:sldId id="368" r:id="rId18"/>
    <p:sldId id="347" r:id="rId19"/>
    <p:sldId id="369" r:id="rId20"/>
    <p:sldId id="370" r:id="rId21"/>
    <p:sldId id="371" r:id="rId22"/>
    <p:sldId id="372" r:id="rId23"/>
    <p:sldId id="374" r:id="rId24"/>
    <p:sldId id="375" r:id="rId25"/>
    <p:sldId id="376" r:id="rId26"/>
    <p:sldId id="377" r:id="rId27"/>
    <p:sldId id="378" r:id="rId28"/>
    <p:sldId id="379" r:id="rId29"/>
    <p:sldId id="348" r:id="rId30"/>
    <p:sldId id="349" r:id="rId31"/>
    <p:sldId id="350" r:id="rId32"/>
    <p:sldId id="380" r:id="rId33"/>
    <p:sldId id="381" r:id="rId34"/>
    <p:sldId id="345" r:id="rId3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8A107856-5554-42FB-B03E-39F5DBC370BA}" styleName="中度样式 4 - 强调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69CF1AB2-1976-4502-BF36-3FF5EA218861}" styleName="中度样式 4 - 强调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0660B408-B3CF-4A94-85FC-2B1E0A45F4A2}" styleName="深色样式 2 - 强调 1/强调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E8034E78-7F5D-4C2E-B375-FC64B27BC917}" styleName="深色样式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DA37D80-6434-44D0-A028-1B22A696006F}" styleName="浅色样式 3 - 强调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72833802-FEF1-4C79-8D5D-14CF1EAF98D9}" styleName="浅色样式 2 - 强调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BC89EF96-8CEA-46FF-86C4-4CE0E7609802}" styleName="浅色样式 3 - 强调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149"/>
    <p:restoredTop sz="94745"/>
  </p:normalViewPr>
  <p:slideViewPr>
    <p:cSldViewPr snapToGrid="0" snapToObjects="1">
      <p:cViewPr>
        <p:scale>
          <a:sx n="95" d="100"/>
          <a:sy n="95" d="100"/>
        </p:scale>
        <p:origin x="1144" y="336"/>
      </p:cViewPr>
      <p:guideLst/>
    </p:cSldViewPr>
  </p:slideViewPr>
  <p:outlineViewPr>
    <p:cViewPr>
      <p:scale>
        <a:sx n="33" d="100"/>
        <a:sy n="33" d="100"/>
      </p:scale>
      <p:origin x="0" y="-5648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9" Type="http://schemas.openxmlformats.org/officeDocument/2006/relationships/slide" Target="slides/slide8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37" Type="http://schemas.openxmlformats.org/officeDocument/2006/relationships/presProps" Target="presProps.xml"/><Relationship Id="rId38" Type="http://schemas.openxmlformats.org/officeDocument/2006/relationships/viewProps" Target="viewProps.xml"/><Relationship Id="rId39" Type="http://schemas.openxmlformats.org/officeDocument/2006/relationships/theme" Target="theme/theme1.xml"/><Relationship Id="rId4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AE4E011-1D7B-714A-B585-035A47AE4279}" type="datetimeFigureOut">
              <a:rPr kumimoji="1" lang="zh-CN" altLang="en-US" smtClean="0"/>
              <a:t>2017/8/30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 smtClean="0"/>
              <a:t>单击此处编辑母版文本样式</a:t>
            </a:r>
          </a:p>
          <a:p>
            <a:pPr lvl="1"/>
            <a:r>
              <a:rPr kumimoji="1" lang="zh-CN" altLang="en-US" smtClean="0"/>
              <a:t>二级</a:t>
            </a:r>
          </a:p>
          <a:p>
            <a:pPr lvl="2"/>
            <a:r>
              <a:rPr kumimoji="1" lang="zh-CN" altLang="en-US" smtClean="0"/>
              <a:t>三级</a:t>
            </a:r>
          </a:p>
          <a:p>
            <a:pPr lvl="3"/>
            <a:r>
              <a:rPr kumimoji="1" lang="zh-CN" altLang="en-US" smtClean="0"/>
              <a:t>四级</a:t>
            </a:r>
          </a:p>
          <a:p>
            <a:pPr lvl="4"/>
            <a:r>
              <a:rPr kumimoji="1" lang="zh-CN" altLang="en-US" smtClean="0"/>
              <a:t>五级</a:t>
            </a:r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幻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6B12DCF-7980-3D47-983E-1721A640EFB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791667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4" Type="http://schemas.openxmlformats.org/officeDocument/2006/relationships/image" Target="../media/image3.png"/><Relationship Id="rId5" Type="http://schemas.microsoft.com/office/2007/relationships/hdphoto" Target="../media/hdphoto1.wdp"/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4" Type="http://schemas.openxmlformats.org/officeDocument/2006/relationships/image" Target="../media/image3.png"/><Relationship Id="rId5" Type="http://schemas.microsoft.com/office/2007/relationships/hdphoto" Target="../media/hdphoto1.wdp"/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4" Type="http://schemas.openxmlformats.org/officeDocument/2006/relationships/image" Target="../media/image2.png"/><Relationship Id="rId5" Type="http://schemas.microsoft.com/office/2007/relationships/hdphoto" Target="../media/hdphoto1.wdp"/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4" Type="http://schemas.openxmlformats.org/officeDocument/2006/relationships/image" Target="../media/image2.png"/><Relationship Id="rId5" Type="http://schemas.microsoft.com/office/2007/relationships/hdphoto" Target="../media/hdphoto1.wdp"/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685800" y="1346947"/>
            <a:ext cx="7772400" cy="80683"/>
          </a:xfrm>
          <a:prstGeom prst="rect">
            <a:avLst/>
          </a:prstGeom>
          <a:blipFill dpi="0" rotWithShape="1">
            <a:blip r:embed="rId2">
              <a:alphaModFix amt="8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685800" y="4282763"/>
            <a:ext cx="7772400" cy="80683"/>
          </a:xfrm>
          <a:prstGeom prst="rect">
            <a:avLst/>
          </a:prstGeom>
          <a:blipFill dpi="0" rotWithShape="1">
            <a:blip r:embed="rId2">
              <a:alphaModFix amt="8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685800" y="1484779"/>
            <a:ext cx="7772400" cy="2743200"/>
          </a:xfrm>
          <a:prstGeom prst="rect">
            <a:avLst/>
          </a:prstGeom>
          <a:blipFill dpi="0" rotWithShape="1">
            <a:blip r:embed="rId2">
              <a:alphaModFix amt="8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/>
          <p:cNvGrpSpPr>
            <a:grpSpLocks noChangeAspect="1"/>
          </p:cNvGrpSpPr>
          <p:nvPr/>
        </p:nvGrpSpPr>
        <p:grpSpPr>
          <a:xfrm>
            <a:off x="7234780" y="4107023"/>
            <a:ext cx="914400" cy="914400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88670" y="1432223"/>
            <a:ext cx="7593330" cy="3035808"/>
          </a:xfrm>
        </p:spPr>
        <p:txBody>
          <a:bodyPr anchor="ctr">
            <a:noAutofit/>
          </a:bodyPr>
          <a:lstStyle>
            <a:lvl1pPr algn="l">
              <a:lnSpc>
                <a:spcPct val="80000"/>
              </a:lnSpc>
              <a:defRPr sz="6400" b="0" cap="all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02386" y="4389120"/>
            <a:ext cx="5918454" cy="1069848"/>
          </a:xfrm>
        </p:spPr>
        <p:txBody>
          <a:bodyPr>
            <a:norm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8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zh-CN" altLang="en-US" smtClean="0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8/30/17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12805" y="6272785"/>
            <a:ext cx="4745736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244280" y="4227195"/>
            <a:ext cx="895401" cy="640080"/>
          </a:xfrm>
        </p:spPr>
        <p:txBody>
          <a:bodyPr/>
          <a:lstStyle>
            <a:lvl1pPr>
              <a:defRPr sz="2800" b="1"/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/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>
                <a:latin typeface="+mj-lt"/>
              </a:defRPr>
            </a:lvl1pPr>
          </a:lstStyle>
          <a:p>
            <a:r>
              <a:rPr lang="zh-CN" altLang="en-US" dirty="0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lnSpc>
                <a:spcPct val="150000"/>
              </a:lnSpc>
              <a:defRPr sz="2400" b="1">
                <a:latin typeface="+mn-lt"/>
              </a:defRPr>
            </a:lvl1pPr>
            <a:lvl2pPr>
              <a:defRPr sz="2000" b="1"/>
            </a:lvl2pPr>
            <a:lvl3pPr>
              <a:defRPr sz="1800" b="1"/>
            </a:lvl3pPr>
          </a:lstStyle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二级</a:t>
            </a:r>
          </a:p>
          <a:p>
            <a:pPr lvl="2"/>
            <a:r>
              <a:rPr lang="zh-CN" altLang="en-US" dirty="0" smtClean="0"/>
              <a:t>三级</a:t>
            </a:r>
          </a:p>
          <a:p>
            <a:pPr lvl="3"/>
            <a:r>
              <a:rPr lang="zh-CN" altLang="en-US" dirty="0" smtClean="0"/>
              <a:t>四级</a:t>
            </a:r>
          </a:p>
          <a:p>
            <a:pPr lvl="4"/>
            <a:r>
              <a:rPr lang="zh-CN" altLang="en-US" dirty="0" smtClean="0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647F38-B617-4D2F-AE0A-013F0C4D2C57}" type="datetimeFigureOut">
              <a:rPr lang="en-US" smtClean="0"/>
              <a:t>8/30/17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799C9-84D9-46D2-A11E-BCF8A720529D}" type="slidenum">
              <a:rPr lang="en-US" smtClean="0"/>
              <a:t>‹#›</a:t>
            </a:fld>
            <a:endParaRPr lang="en-US" dirty="0"/>
          </a:p>
        </p:txBody>
      </p:sp>
    </p:spTree>
    <p:extLst/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9144000" cy="1940010"/>
          </a:xfrm>
          <a:prstGeom prst="rect">
            <a:avLst/>
          </a:prstGeom>
          <a:blipFill dpi="0" rotWithShape="1">
            <a:blip r:embed="rId2">
              <a:alphaModFix amt="8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25346" y="1225296"/>
            <a:ext cx="6960870" cy="3520440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6400" b="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24330" y="5020056"/>
            <a:ext cx="6789420" cy="1066800"/>
          </a:xfrm>
        </p:spPr>
        <p:txBody>
          <a:bodyPr anchor="t">
            <a:normAutofit/>
          </a:bodyPr>
          <a:lstStyle>
            <a:lvl1pPr marL="0" indent="0">
              <a:buNone/>
              <a:defRPr sz="1800" b="0">
                <a:solidFill>
                  <a:schemeClr val="accent1">
                    <a:lumMod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445251" y="6272785"/>
            <a:ext cx="1983232" cy="365125"/>
          </a:xfrm>
        </p:spPr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8/30/17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636099" y="6272784"/>
            <a:ext cx="4745736" cy="365125"/>
          </a:xfrm>
        </p:spPr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633862" y="2430623"/>
            <a:ext cx="914400" cy="914400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450" y="2508607"/>
            <a:ext cx="891224" cy="720332"/>
          </a:xfrm>
        </p:spPr>
        <p:txBody>
          <a:bodyPr/>
          <a:lstStyle>
            <a:lvl1pPr>
              <a:defRPr sz="2800"/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/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94560"/>
            <a:ext cx="365760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二级</a:t>
            </a:r>
          </a:p>
          <a:p>
            <a:pPr lvl="2"/>
            <a:r>
              <a:rPr lang="zh-CN" altLang="en-US" smtClean="0"/>
              <a:t>三级</a:t>
            </a:r>
          </a:p>
          <a:p>
            <a:pPr lvl="3"/>
            <a:r>
              <a:rPr lang="zh-CN" altLang="en-US" smtClean="0"/>
              <a:t>四级</a:t>
            </a:r>
          </a:p>
          <a:p>
            <a:pPr lvl="4"/>
            <a:r>
              <a:rPr lang="zh-CN" altLang="en-US" smtClean="0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92218" y="2194560"/>
            <a:ext cx="365760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二级</a:t>
            </a:r>
          </a:p>
          <a:p>
            <a:pPr lvl="2"/>
            <a:r>
              <a:rPr lang="zh-CN" altLang="en-US" smtClean="0"/>
              <a:t>三级</a:t>
            </a:r>
          </a:p>
          <a:p>
            <a:pPr lvl="3"/>
            <a:r>
              <a:rPr lang="zh-CN" altLang="en-US" smtClean="0"/>
              <a:t>四级</a:t>
            </a:r>
          </a:p>
          <a:p>
            <a:pPr lvl="4"/>
            <a:r>
              <a:rPr lang="zh-CN" altLang="en-US" smtClean="0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FA754-D5C3-4E66-96A6-867B257F58DC}" type="datetimeFigureOut">
              <a:rPr lang="en-US" smtClean="0"/>
              <a:t>8/30/17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4065D-F351-4B03-BD91-D8A6B8D4B362}" type="slidenum">
              <a:rPr lang="en-US" smtClean="0"/>
              <a:t>‹#›</a:t>
            </a:fld>
            <a:endParaRPr lang="en-US" dirty="0"/>
          </a:p>
        </p:txBody>
      </p:sp>
    </p:spTree>
    <p:extLst/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048256"/>
            <a:ext cx="365760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2743200"/>
            <a:ext cx="365760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二级</a:t>
            </a:r>
          </a:p>
          <a:p>
            <a:pPr lvl="2"/>
            <a:r>
              <a:rPr lang="zh-CN" altLang="en-US" smtClean="0"/>
              <a:t>三级</a:t>
            </a:r>
          </a:p>
          <a:p>
            <a:pPr lvl="3"/>
            <a:r>
              <a:rPr lang="zh-CN" altLang="en-US" smtClean="0"/>
              <a:t>四级</a:t>
            </a:r>
          </a:p>
          <a:p>
            <a:pPr lvl="4"/>
            <a:r>
              <a:rPr lang="zh-CN" altLang="en-US" smtClean="0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20793" y="2048256"/>
            <a:ext cx="365760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20793" y="2743200"/>
            <a:ext cx="365760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二级</a:t>
            </a:r>
          </a:p>
          <a:p>
            <a:pPr lvl="2"/>
            <a:r>
              <a:rPr lang="zh-CN" altLang="en-US" smtClean="0"/>
              <a:t>三级</a:t>
            </a:r>
          </a:p>
          <a:p>
            <a:pPr lvl="3"/>
            <a:r>
              <a:rPr lang="zh-CN" altLang="en-US" smtClean="0"/>
              <a:t>四级</a:t>
            </a:r>
          </a:p>
          <a:p>
            <a:pPr lvl="4"/>
            <a:r>
              <a:rPr lang="zh-CN" altLang="en-US" smtClean="0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8/30/17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</p:spTree>
    <p:extLst/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8/30/17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</p:spTree>
    <p:extLst/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8/30/17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/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6227806" y="1"/>
            <a:ext cx="2916194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12230" y="685800"/>
            <a:ext cx="2400300" cy="1737360"/>
          </a:xfrm>
        </p:spPr>
        <p:txBody>
          <a:bodyPr anchor="b">
            <a:normAutofit/>
          </a:bodyPr>
          <a:lstStyle>
            <a:lvl1pPr>
              <a:defRPr sz="2800" b="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685800"/>
            <a:ext cx="5033772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二级</a:t>
            </a:r>
          </a:p>
          <a:p>
            <a:pPr lvl="2"/>
            <a:r>
              <a:rPr lang="zh-CN" altLang="en-US" smtClean="0"/>
              <a:t>三级</a:t>
            </a:r>
          </a:p>
          <a:p>
            <a:pPr lvl="3"/>
            <a:r>
              <a:rPr lang="zh-CN" altLang="en-US" smtClean="0"/>
              <a:t>四级</a:t>
            </a:r>
          </a:p>
          <a:p>
            <a:pPr lvl="4"/>
            <a:r>
              <a:rPr lang="zh-CN" altLang="en-US" smtClean="0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12230" y="2423160"/>
            <a:ext cx="24003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350">
                <a:solidFill>
                  <a:schemeClr val="accent1">
                    <a:lumMod val="5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grpSp>
        <p:nvGrpSpPr>
          <p:cNvPr id="12" name="Group 11"/>
          <p:cNvGrpSpPr/>
          <p:nvPr/>
        </p:nvGrpSpPr>
        <p:grpSpPr>
          <a:xfrm>
            <a:off x="8522664" y="6255258"/>
            <a:ext cx="393192" cy="393192"/>
            <a:chOff x="8532189" y="5068824"/>
            <a:chExt cx="393192" cy="393192"/>
          </a:xfrm>
        </p:grpSpPr>
        <p:sp>
          <p:nvSpPr>
            <p:cNvPr id="13" name="Oval 12"/>
            <p:cNvSpPr>
              <a:spLocks noChangeAspect="1"/>
            </p:cNvSpPr>
            <p:nvPr/>
          </p:nvSpPr>
          <p:spPr>
            <a:xfrm>
              <a:off x="8532189" y="5068824"/>
              <a:ext cx="393192" cy="39319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14" name="Oval 13"/>
            <p:cNvSpPr>
              <a:spLocks noChangeAspect="1"/>
            </p:cNvSpPr>
            <p:nvPr/>
          </p:nvSpPr>
          <p:spPr>
            <a:xfrm>
              <a:off x="8568766" y="5105400"/>
              <a:ext cx="320039" cy="320040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8/30/17</a:t>
            </a:fld>
            <a:endParaRPr lang="en-US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/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6227806" y="1"/>
            <a:ext cx="2916194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12230" y="685800"/>
            <a:ext cx="2400300" cy="1737360"/>
          </a:xfrm>
        </p:spPr>
        <p:txBody>
          <a:bodyPr anchor="b">
            <a:normAutofit/>
          </a:bodyPr>
          <a:lstStyle>
            <a:lvl1pPr>
              <a:defRPr sz="2800" b="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0" y="0"/>
            <a:ext cx="6227805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 smtClean="0"/>
              <a:t>将图片拖动到占位符，或单击添加图标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12230" y="2423160"/>
            <a:ext cx="24003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350">
                <a:solidFill>
                  <a:schemeClr val="accent1">
                    <a:lumMod val="5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grpSp>
        <p:nvGrpSpPr>
          <p:cNvPr id="12" name="Group 11"/>
          <p:cNvGrpSpPr/>
          <p:nvPr/>
        </p:nvGrpSpPr>
        <p:grpSpPr>
          <a:xfrm>
            <a:off x="8522664" y="6255258"/>
            <a:ext cx="393192" cy="393192"/>
            <a:chOff x="8532189" y="5068824"/>
            <a:chExt cx="393192" cy="393192"/>
          </a:xfrm>
        </p:grpSpPr>
        <p:sp>
          <p:nvSpPr>
            <p:cNvPr id="13" name="Oval 12"/>
            <p:cNvSpPr>
              <a:spLocks noChangeAspect="1"/>
            </p:cNvSpPr>
            <p:nvPr/>
          </p:nvSpPr>
          <p:spPr>
            <a:xfrm>
              <a:off x="8532189" y="5068824"/>
              <a:ext cx="393192" cy="39319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14" name="Oval 13"/>
            <p:cNvSpPr>
              <a:spLocks noChangeAspect="1"/>
            </p:cNvSpPr>
            <p:nvPr/>
          </p:nvSpPr>
          <p:spPr>
            <a:xfrm>
              <a:off x="8568766" y="5105400"/>
              <a:ext cx="320039" cy="320040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8/30/17</a:t>
            </a:fld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/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二级</a:t>
            </a:r>
          </a:p>
          <a:p>
            <a:pPr lvl="2"/>
            <a:r>
              <a:rPr lang="zh-CN" altLang="en-US" smtClean="0"/>
              <a:t>三级</a:t>
            </a:r>
          </a:p>
          <a:p>
            <a:pPr lvl="3"/>
            <a:r>
              <a:rPr lang="zh-CN" altLang="en-US" smtClean="0"/>
              <a:t>四级</a:t>
            </a:r>
          </a:p>
          <a:p>
            <a:pPr lvl="4"/>
            <a:r>
              <a:rPr lang="zh-CN" altLang="en-US" smtClean="0"/>
              <a:t>五级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8/30/17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/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和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533400"/>
            <a:ext cx="1914525" cy="5638800"/>
          </a:xfrm>
        </p:spPr>
        <p:txBody>
          <a:bodyPr vert="eaVert"/>
          <a:lstStyle>
            <a:lvl1pPr>
              <a:defRPr b="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00100" y="533400"/>
            <a:ext cx="5629275" cy="5638800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二级</a:t>
            </a:r>
          </a:p>
          <a:p>
            <a:pPr lvl="2"/>
            <a:r>
              <a:rPr lang="zh-CN" altLang="en-US" smtClean="0"/>
              <a:t>三级</a:t>
            </a:r>
          </a:p>
          <a:p>
            <a:pPr lvl="3"/>
            <a:r>
              <a:rPr lang="zh-CN" altLang="en-US" smtClean="0"/>
              <a:t>四级</a:t>
            </a:r>
          </a:p>
          <a:p>
            <a:pPr lvl="4"/>
            <a:r>
              <a:rPr lang="zh-CN" altLang="en-US" smtClean="0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8/30/17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/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2.png"/><Relationship Id="rId14" Type="http://schemas.microsoft.com/office/2007/relationships/hdphoto" Target="../media/hdphoto1.wdp"/><Relationship Id="rId15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/>
          <p:cNvGrpSpPr/>
          <p:nvPr/>
        </p:nvGrpSpPr>
        <p:grpSpPr>
          <a:xfrm>
            <a:off x="8522664" y="6255258"/>
            <a:ext cx="393192" cy="393192"/>
            <a:chOff x="8532189" y="5068824"/>
            <a:chExt cx="393192" cy="393192"/>
          </a:xfrm>
        </p:grpSpPr>
        <p:sp>
          <p:nvSpPr>
            <p:cNvPr id="8" name="Oval 7"/>
            <p:cNvSpPr>
              <a:spLocks noChangeAspect="1"/>
            </p:cNvSpPr>
            <p:nvPr/>
          </p:nvSpPr>
          <p:spPr>
            <a:xfrm>
              <a:off x="8532189" y="5068824"/>
              <a:ext cx="393192" cy="393192"/>
            </a:xfrm>
            <a:prstGeom prst="ellipse">
              <a:avLst/>
            </a:prstGeom>
            <a:blipFill dpi="0" rotWithShape="1">
              <a:blip r:embed="rId1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9" name="Oval 8"/>
            <p:cNvSpPr>
              <a:spLocks noChangeAspect="1"/>
            </p:cNvSpPr>
            <p:nvPr/>
          </p:nvSpPr>
          <p:spPr>
            <a:xfrm>
              <a:off x="8568766" y="5105400"/>
              <a:ext cx="320039" cy="320040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0" y="484632"/>
            <a:ext cx="7772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21408"/>
            <a:ext cx="7772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二级</a:t>
            </a:r>
          </a:p>
          <a:p>
            <a:pPr lvl="2"/>
            <a:r>
              <a:rPr lang="zh-CN" altLang="en-US" smtClean="0"/>
              <a:t>三级</a:t>
            </a:r>
          </a:p>
          <a:p>
            <a:pPr lvl="3"/>
            <a:r>
              <a:rPr lang="zh-CN" altLang="en-US" smtClean="0"/>
              <a:t>四级</a:t>
            </a:r>
          </a:p>
          <a:p>
            <a:pPr lvl="4"/>
            <a:r>
              <a:rPr lang="zh-CN" altLang="en-US" smtClean="0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992368" y="6272785"/>
            <a:ext cx="24551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8/30/17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272785"/>
            <a:ext cx="474573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483346" y="6272785"/>
            <a:ext cx="4800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 b="1" spc="-70" baseline="0">
                <a:solidFill>
                  <a:srgbClr val="FFFFFF"/>
                </a:solidFill>
                <a:latin typeface="+mn-lt"/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12768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745" r:id="rId1"/>
    <p:sldLayoutId id="2147484746" r:id="rId2"/>
    <p:sldLayoutId id="2147484747" r:id="rId3"/>
    <p:sldLayoutId id="2147484748" r:id="rId4"/>
    <p:sldLayoutId id="2147484749" r:id="rId5"/>
    <p:sldLayoutId id="2147484750" r:id="rId6"/>
    <p:sldLayoutId id="2147484751" r:id="rId7"/>
    <p:sldLayoutId id="2147484752" r:id="rId8"/>
    <p:sldLayoutId id="2147484753" r:id="rId9"/>
    <p:sldLayoutId id="2147484754" r:id="rId10"/>
    <p:sldLayoutId id="214748475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200" b="0" kern="1200" cap="all" baseline="0">
          <a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5.pn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6.pn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7.png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8.png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png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en-US" altLang="zh-CN" b="1" dirty="0" smtClean="0">
                <a:ea typeface="Times New Roman" charset="0"/>
                <a:cs typeface="Times New Roman" charset="0"/>
              </a:rPr>
              <a:t>DJANGO</a:t>
            </a:r>
            <a:r>
              <a:rPr kumimoji="1" lang="zh-CN" altLang="en-US" b="1" dirty="0" smtClean="0">
                <a:ea typeface="Times New Roman" charset="0"/>
                <a:cs typeface="Times New Roman" charset="0"/>
              </a:rPr>
              <a:t> </a:t>
            </a:r>
            <a:r>
              <a:rPr kumimoji="1" lang="en-US" altLang="zh-CN" b="1" dirty="0" smtClean="0">
                <a:ea typeface="Times New Roman" charset="0"/>
                <a:cs typeface="Times New Roman" charset="0"/>
              </a:rPr>
              <a:t>generic</a:t>
            </a:r>
            <a:r>
              <a:rPr kumimoji="1" lang="zh-CN" altLang="en-US" b="1" dirty="0" smtClean="0">
                <a:ea typeface="Times New Roman" charset="0"/>
                <a:cs typeface="Times New Roman" charset="0"/>
              </a:rPr>
              <a:t> </a:t>
            </a:r>
            <a:r>
              <a:rPr kumimoji="1" lang="en-US" altLang="zh-CN" b="1" dirty="0" smtClean="0">
                <a:ea typeface="Times New Roman" charset="0"/>
                <a:cs typeface="Times New Roman" charset="0"/>
              </a:rPr>
              <a:t>display view</a:t>
            </a:r>
            <a:endParaRPr kumimoji="1" lang="zh-CN" altLang="en-US" b="1" dirty="0">
              <a:ea typeface="Times New Roman" charset="0"/>
              <a:cs typeface="Times New Roman" charset="0"/>
            </a:endParaRPr>
          </a:p>
        </p:txBody>
      </p:sp>
      <p:sp>
        <p:nvSpPr>
          <p:cNvPr id="4" name="副标题 2"/>
          <p:cNvSpPr txBox="1">
            <a:spLocks/>
          </p:cNvSpPr>
          <p:nvPr/>
        </p:nvSpPr>
        <p:spPr>
          <a:xfrm>
            <a:off x="8382000" y="6462178"/>
            <a:ext cx="738315" cy="39582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None/>
              <a:defRPr sz="1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zh-CN" altLang="en-US" b="1" smtClean="0">
                <a:latin typeface="Times New Roman" charset="0"/>
                <a:ea typeface="Times New Roman" charset="0"/>
                <a:cs typeface="Times New Roman" charset="0"/>
              </a:rPr>
              <a:t>江琳</a:t>
            </a:r>
            <a:endParaRPr kumimoji="1" lang="zh-CN" altLang="en-US" b="1" dirty="0">
              <a:latin typeface="Times New Roman" charset="0"/>
              <a:ea typeface="Times New Roman" charset="0"/>
              <a:cs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08870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en-US" altLang="zh-CN" b="1" dirty="0">
                <a:ea typeface="Times New Roman" charset="0"/>
                <a:cs typeface="Times New Roman" charset="0"/>
              </a:rPr>
              <a:t>generic</a:t>
            </a:r>
            <a:r>
              <a:rPr kumimoji="1" lang="zh-CN" altLang="en-US" b="1" dirty="0">
                <a:ea typeface="Times New Roman" charset="0"/>
                <a:cs typeface="Times New Roman" charset="0"/>
              </a:rPr>
              <a:t> </a:t>
            </a:r>
            <a:r>
              <a:rPr kumimoji="1" lang="en-US" altLang="zh-CN" b="1" dirty="0" smtClean="0">
                <a:ea typeface="Times New Roman" charset="0"/>
                <a:cs typeface="Times New Roman" charset="0"/>
              </a:rPr>
              <a:t>view</a:t>
            </a:r>
            <a:endParaRPr kumimoji="1" lang="zh-CN" altLang="en-US" b="1" dirty="0"/>
          </a:p>
        </p:txBody>
      </p:sp>
    </p:spTree>
    <p:extLst>
      <p:ext uri="{BB962C8B-B14F-4D97-AF65-F5344CB8AC3E}">
        <p14:creationId xmlns:p14="http://schemas.microsoft.com/office/powerpoint/2010/main" val="13933958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 smtClean="0"/>
              <a:t>Generic view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In some cases, writing views, as we have seen earlier is really heavy</a:t>
            </a:r>
            <a:r>
              <a:rPr lang="en-US" altLang="zh-CN" dirty="0" smtClean="0"/>
              <a:t>.</a:t>
            </a:r>
          </a:p>
          <a:p>
            <a:r>
              <a:rPr kumimoji="1" lang="en-US" altLang="zh-CN" dirty="0" smtClean="0"/>
              <a:t>Generic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views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take </a:t>
            </a:r>
            <a:r>
              <a:rPr kumimoji="1" lang="en-US" altLang="zh-CN" dirty="0"/>
              <a:t>certain common idioms and patterns found in view development and abstract them so that you can quickly write common views of data without having to write too much code.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438565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Generic view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/>
              <a:t>Unlike classic views, generic views are classes not functions. </a:t>
            </a:r>
            <a:endParaRPr kumimoji="1" lang="en-US" altLang="zh-CN" dirty="0" smtClean="0"/>
          </a:p>
          <a:p>
            <a:r>
              <a:rPr kumimoji="1" lang="en-US" altLang="zh-CN" dirty="0" smtClean="0"/>
              <a:t>Django </a:t>
            </a:r>
            <a:r>
              <a:rPr kumimoji="1" lang="en-US" altLang="zh-CN" dirty="0"/>
              <a:t>offers a set of classes for generic views in </a:t>
            </a:r>
            <a:r>
              <a:rPr kumimoji="1" lang="en-US" altLang="zh-CN" dirty="0" err="1">
                <a:solidFill>
                  <a:srgbClr val="0070C0"/>
                </a:solidFill>
              </a:rPr>
              <a:t>django.views.generic</a:t>
            </a:r>
            <a:r>
              <a:rPr kumimoji="1" lang="en-US" altLang="zh-CN" dirty="0"/>
              <a:t>, and every generic view is one of those classes or a class that inherits from one of them.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649708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Generic view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 smtClean="0"/>
              <a:t>Open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the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terminal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and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type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below:</a:t>
            </a:r>
            <a:endParaRPr kumimoji="1" lang="zh-CN" altLang="en-US" dirty="0"/>
          </a:p>
        </p:txBody>
      </p:sp>
      <p:sp>
        <p:nvSpPr>
          <p:cNvPr id="5" name="矩形 4"/>
          <p:cNvSpPr/>
          <p:nvPr/>
        </p:nvSpPr>
        <p:spPr>
          <a:xfrm>
            <a:off x="685800" y="2694418"/>
            <a:ext cx="7772400" cy="3785652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</p:spPr>
        <p:txBody>
          <a:bodyPr wrap="square">
            <a:spAutoFit/>
          </a:bodyPr>
          <a:lstStyle/>
          <a:p>
            <a:r>
              <a:rPr lang="en-US" altLang="zh-CN" sz="2000" b="1" dirty="0">
                <a:latin typeface="Courier" charset="0"/>
                <a:ea typeface="Courier" charset="0"/>
                <a:cs typeface="Courier" charset="0"/>
              </a:rPr>
              <a:t>&gt;&gt;&gt; import </a:t>
            </a:r>
            <a:r>
              <a:rPr lang="en-US" altLang="zh-CN" sz="2000" b="1" dirty="0" err="1" smtClean="0">
                <a:latin typeface="Courier" charset="0"/>
                <a:ea typeface="Courier" charset="0"/>
                <a:cs typeface="Courier" charset="0"/>
              </a:rPr>
              <a:t>django.views.generic</a:t>
            </a:r>
            <a:endParaRPr lang="en-US" altLang="zh-CN" sz="2000" b="1" dirty="0" smtClean="0">
              <a:latin typeface="Courier" charset="0"/>
              <a:ea typeface="Courier" charset="0"/>
              <a:cs typeface="Courier" charset="0"/>
            </a:endParaRPr>
          </a:p>
          <a:p>
            <a:r>
              <a:rPr lang="en-US" altLang="zh-CN" sz="2000" b="1" dirty="0" smtClean="0">
                <a:latin typeface="Courier" charset="0"/>
                <a:ea typeface="Courier" charset="0"/>
                <a:cs typeface="Courier" charset="0"/>
              </a:rPr>
              <a:t>&gt;&gt;&gt; </a:t>
            </a:r>
            <a:r>
              <a:rPr lang="en-US" altLang="zh-CN" sz="2000" b="1" dirty="0" err="1">
                <a:latin typeface="Courier" charset="0"/>
                <a:ea typeface="Courier" charset="0"/>
                <a:cs typeface="Courier" charset="0"/>
              </a:rPr>
              <a:t>dir</a:t>
            </a:r>
            <a:r>
              <a:rPr lang="en-US" altLang="zh-CN" sz="2000" b="1" dirty="0">
                <a:latin typeface="Courier" charset="0"/>
                <a:ea typeface="Courier" charset="0"/>
                <a:cs typeface="Courier" charset="0"/>
              </a:rPr>
              <a:t>(</a:t>
            </a:r>
            <a:r>
              <a:rPr lang="en-US" altLang="zh-CN" sz="2000" b="1" dirty="0" err="1">
                <a:latin typeface="Courier" charset="0"/>
                <a:ea typeface="Courier" charset="0"/>
                <a:cs typeface="Courier" charset="0"/>
              </a:rPr>
              <a:t>django.views.generic</a:t>
            </a:r>
            <a:r>
              <a:rPr lang="en-US" altLang="zh-CN" sz="2000" b="1" dirty="0" smtClean="0">
                <a:latin typeface="Courier" charset="0"/>
                <a:ea typeface="Courier" charset="0"/>
                <a:cs typeface="Courier" charset="0"/>
              </a:rPr>
              <a:t>)</a:t>
            </a:r>
          </a:p>
          <a:p>
            <a:r>
              <a:rPr lang="en-US" altLang="zh-CN" sz="2000" b="1" dirty="0" smtClean="0">
                <a:solidFill>
                  <a:srgbClr val="0070C0"/>
                </a:solidFill>
                <a:latin typeface="Courier" charset="0"/>
                <a:ea typeface="Courier" charset="0"/>
                <a:cs typeface="Courier" charset="0"/>
              </a:rPr>
              <a:t>[</a:t>
            </a:r>
            <a:r>
              <a:rPr lang="en-US" altLang="zh-CN" sz="2000" b="1" dirty="0">
                <a:solidFill>
                  <a:srgbClr val="0070C0"/>
                </a:solidFill>
                <a:latin typeface="Courier" charset="0"/>
                <a:ea typeface="Courier" charset="0"/>
                <a:cs typeface="Courier" charset="0"/>
              </a:rPr>
              <a:t>'</a:t>
            </a:r>
            <a:r>
              <a:rPr lang="en-US" altLang="zh-CN" sz="2000" b="1" dirty="0" err="1">
                <a:solidFill>
                  <a:srgbClr val="0070C0"/>
                </a:solidFill>
                <a:latin typeface="Courier" charset="0"/>
                <a:ea typeface="Courier" charset="0"/>
                <a:cs typeface="Courier" charset="0"/>
              </a:rPr>
              <a:t>ArchiveIndexView</a:t>
            </a:r>
            <a:r>
              <a:rPr lang="en-US" altLang="zh-CN" sz="2000" b="1" dirty="0">
                <a:solidFill>
                  <a:srgbClr val="0070C0"/>
                </a:solidFill>
                <a:latin typeface="Courier" charset="0"/>
                <a:ea typeface="Courier" charset="0"/>
                <a:cs typeface="Courier" charset="0"/>
              </a:rPr>
              <a:t>', '</a:t>
            </a:r>
            <a:r>
              <a:rPr lang="en-US" altLang="zh-CN" sz="2000" b="1" dirty="0" err="1">
                <a:solidFill>
                  <a:srgbClr val="0070C0"/>
                </a:solidFill>
                <a:latin typeface="Courier" charset="0"/>
                <a:ea typeface="Courier" charset="0"/>
                <a:cs typeface="Courier" charset="0"/>
              </a:rPr>
              <a:t>CreateView</a:t>
            </a:r>
            <a:r>
              <a:rPr lang="en-US" altLang="zh-CN" sz="2000" b="1" dirty="0">
                <a:solidFill>
                  <a:srgbClr val="0070C0"/>
                </a:solidFill>
                <a:latin typeface="Courier" charset="0"/>
                <a:ea typeface="Courier" charset="0"/>
                <a:cs typeface="Courier" charset="0"/>
              </a:rPr>
              <a:t>', '</a:t>
            </a:r>
            <a:r>
              <a:rPr lang="en-US" altLang="zh-CN" sz="2000" b="1" dirty="0" err="1">
                <a:solidFill>
                  <a:srgbClr val="0070C0"/>
                </a:solidFill>
                <a:latin typeface="Courier" charset="0"/>
                <a:ea typeface="Courier" charset="0"/>
                <a:cs typeface="Courier" charset="0"/>
              </a:rPr>
              <a:t>DateDetailView</a:t>
            </a:r>
            <a:r>
              <a:rPr lang="en-US" altLang="zh-CN" sz="2000" b="1" dirty="0">
                <a:solidFill>
                  <a:srgbClr val="0070C0"/>
                </a:solidFill>
                <a:latin typeface="Courier" charset="0"/>
                <a:ea typeface="Courier" charset="0"/>
                <a:cs typeface="Courier" charset="0"/>
              </a:rPr>
              <a:t>', '</a:t>
            </a:r>
            <a:r>
              <a:rPr lang="en-US" altLang="zh-CN" sz="2000" b="1" dirty="0" err="1">
                <a:solidFill>
                  <a:srgbClr val="0070C0"/>
                </a:solidFill>
                <a:latin typeface="Courier" charset="0"/>
                <a:ea typeface="Courier" charset="0"/>
                <a:cs typeface="Courier" charset="0"/>
              </a:rPr>
              <a:t>DayArchiveView</a:t>
            </a:r>
            <a:r>
              <a:rPr lang="en-US" altLang="zh-CN" sz="2000" b="1" dirty="0">
                <a:solidFill>
                  <a:srgbClr val="0070C0"/>
                </a:solidFill>
                <a:latin typeface="Courier" charset="0"/>
                <a:ea typeface="Courier" charset="0"/>
                <a:cs typeface="Courier" charset="0"/>
              </a:rPr>
              <a:t>', '</a:t>
            </a:r>
            <a:r>
              <a:rPr lang="en-US" altLang="zh-CN" sz="2000" b="1" dirty="0" err="1">
                <a:solidFill>
                  <a:srgbClr val="0070C0"/>
                </a:solidFill>
                <a:latin typeface="Courier" charset="0"/>
                <a:ea typeface="Courier" charset="0"/>
                <a:cs typeface="Courier" charset="0"/>
              </a:rPr>
              <a:t>DeleteView</a:t>
            </a:r>
            <a:r>
              <a:rPr lang="en-US" altLang="zh-CN" sz="2000" b="1" dirty="0">
                <a:solidFill>
                  <a:srgbClr val="0070C0"/>
                </a:solidFill>
                <a:latin typeface="Courier" charset="0"/>
                <a:ea typeface="Courier" charset="0"/>
                <a:cs typeface="Courier" charset="0"/>
              </a:rPr>
              <a:t>', '</a:t>
            </a:r>
            <a:r>
              <a:rPr lang="en-US" altLang="zh-CN" sz="2000" b="1" dirty="0" err="1">
                <a:solidFill>
                  <a:srgbClr val="0070C0"/>
                </a:solidFill>
                <a:latin typeface="Courier" charset="0"/>
                <a:ea typeface="Courier" charset="0"/>
                <a:cs typeface="Courier" charset="0"/>
              </a:rPr>
              <a:t>DetailView</a:t>
            </a:r>
            <a:r>
              <a:rPr lang="en-US" altLang="zh-CN" sz="2000" b="1" dirty="0">
                <a:solidFill>
                  <a:srgbClr val="0070C0"/>
                </a:solidFill>
                <a:latin typeface="Courier" charset="0"/>
                <a:ea typeface="Courier" charset="0"/>
                <a:cs typeface="Courier" charset="0"/>
              </a:rPr>
              <a:t>', '</a:t>
            </a:r>
            <a:r>
              <a:rPr lang="en-US" altLang="zh-CN" sz="2000" b="1" dirty="0" err="1">
                <a:solidFill>
                  <a:srgbClr val="0070C0"/>
                </a:solidFill>
                <a:latin typeface="Courier" charset="0"/>
                <a:ea typeface="Courier" charset="0"/>
                <a:cs typeface="Courier" charset="0"/>
              </a:rPr>
              <a:t>FormView</a:t>
            </a:r>
            <a:r>
              <a:rPr lang="en-US" altLang="zh-CN" sz="2000" b="1" dirty="0">
                <a:solidFill>
                  <a:srgbClr val="0070C0"/>
                </a:solidFill>
                <a:latin typeface="Courier" charset="0"/>
                <a:ea typeface="Courier" charset="0"/>
                <a:cs typeface="Courier" charset="0"/>
              </a:rPr>
              <a:t>', '</a:t>
            </a:r>
            <a:r>
              <a:rPr lang="en-US" altLang="zh-CN" sz="2000" b="1" dirty="0" err="1">
                <a:solidFill>
                  <a:srgbClr val="0070C0"/>
                </a:solidFill>
                <a:latin typeface="Courier" charset="0"/>
                <a:ea typeface="Courier" charset="0"/>
                <a:cs typeface="Courier" charset="0"/>
              </a:rPr>
              <a:t>GenericViewError</a:t>
            </a:r>
            <a:r>
              <a:rPr lang="en-US" altLang="zh-CN" sz="2000" b="1" dirty="0">
                <a:solidFill>
                  <a:srgbClr val="0070C0"/>
                </a:solidFill>
                <a:latin typeface="Courier" charset="0"/>
                <a:ea typeface="Courier" charset="0"/>
                <a:cs typeface="Courier" charset="0"/>
              </a:rPr>
              <a:t>', '</a:t>
            </a:r>
            <a:r>
              <a:rPr lang="en-US" altLang="zh-CN" sz="2000" b="1" dirty="0" err="1">
                <a:solidFill>
                  <a:srgbClr val="0070C0"/>
                </a:solidFill>
                <a:latin typeface="Courier" charset="0"/>
                <a:ea typeface="Courier" charset="0"/>
                <a:cs typeface="Courier" charset="0"/>
              </a:rPr>
              <a:t>ListView</a:t>
            </a:r>
            <a:r>
              <a:rPr lang="en-US" altLang="zh-CN" sz="2000" b="1" dirty="0">
                <a:solidFill>
                  <a:srgbClr val="0070C0"/>
                </a:solidFill>
                <a:latin typeface="Courier" charset="0"/>
                <a:ea typeface="Courier" charset="0"/>
                <a:cs typeface="Courier" charset="0"/>
              </a:rPr>
              <a:t>', '</a:t>
            </a:r>
            <a:r>
              <a:rPr lang="en-US" altLang="zh-CN" sz="2000" b="1" dirty="0" err="1">
                <a:solidFill>
                  <a:srgbClr val="0070C0"/>
                </a:solidFill>
                <a:latin typeface="Courier" charset="0"/>
                <a:ea typeface="Courier" charset="0"/>
                <a:cs typeface="Courier" charset="0"/>
              </a:rPr>
              <a:t>MonthArchiveView</a:t>
            </a:r>
            <a:r>
              <a:rPr lang="en-US" altLang="zh-CN" sz="2000" b="1" dirty="0">
                <a:solidFill>
                  <a:srgbClr val="0070C0"/>
                </a:solidFill>
                <a:latin typeface="Courier" charset="0"/>
                <a:ea typeface="Courier" charset="0"/>
                <a:cs typeface="Courier" charset="0"/>
              </a:rPr>
              <a:t>', '</a:t>
            </a:r>
            <a:r>
              <a:rPr lang="en-US" altLang="zh-CN" sz="2000" b="1" dirty="0" err="1">
                <a:solidFill>
                  <a:srgbClr val="0070C0"/>
                </a:solidFill>
                <a:latin typeface="Courier" charset="0"/>
                <a:ea typeface="Courier" charset="0"/>
                <a:cs typeface="Courier" charset="0"/>
              </a:rPr>
              <a:t>RedirectView</a:t>
            </a:r>
            <a:r>
              <a:rPr lang="en-US" altLang="zh-CN" sz="2000" b="1" dirty="0">
                <a:solidFill>
                  <a:srgbClr val="0070C0"/>
                </a:solidFill>
                <a:latin typeface="Courier" charset="0"/>
                <a:ea typeface="Courier" charset="0"/>
                <a:cs typeface="Courier" charset="0"/>
              </a:rPr>
              <a:t>', '</a:t>
            </a:r>
            <a:r>
              <a:rPr lang="en-US" altLang="zh-CN" sz="2000" b="1" dirty="0" err="1">
                <a:solidFill>
                  <a:srgbClr val="0070C0"/>
                </a:solidFill>
                <a:latin typeface="Courier" charset="0"/>
                <a:ea typeface="Courier" charset="0"/>
                <a:cs typeface="Courier" charset="0"/>
              </a:rPr>
              <a:t>TemplateView</a:t>
            </a:r>
            <a:r>
              <a:rPr lang="en-US" altLang="zh-CN" sz="2000" b="1" dirty="0">
                <a:solidFill>
                  <a:srgbClr val="0070C0"/>
                </a:solidFill>
                <a:latin typeface="Courier" charset="0"/>
                <a:ea typeface="Courier" charset="0"/>
                <a:cs typeface="Courier" charset="0"/>
              </a:rPr>
              <a:t>', '</a:t>
            </a:r>
            <a:r>
              <a:rPr lang="en-US" altLang="zh-CN" sz="2000" b="1" dirty="0" err="1">
                <a:solidFill>
                  <a:srgbClr val="0070C0"/>
                </a:solidFill>
                <a:latin typeface="Courier" charset="0"/>
                <a:ea typeface="Courier" charset="0"/>
                <a:cs typeface="Courier" charset="0"/>
              </a:rPr>
              <a:t>TodayArchiveView</a:t>
            </a:r>
            <a:r>
              <a:rPr lang="en-US" altLang="zh-CN" sz="2000" b="1" dirty="0">
                <a:solidFill>
                  <a:srgbClr val="0070C0"/>
                </a:solidFill>
                <a:latin typeface="Courier" charset="0"/>
                <a:ea typeface="Courier" charset="0"/>
                <a:cs typeface="Courier" charset="0"/>
              </a:rPr>
              <a:t>', '</a:t>
            </a:r>
            <a:r>
              <a:rPr lang="en-US" altLang="zh-CN" sz="2000" b="1" dirty="0" err="1">
                <a:solidFill>
                  <a:srgbClr val="0070C0"/>
                </a:solidFill>
                <a:latin typeface="Courier" charset="0"/>
                <a:ea typeface="Courier" charset="0"/>
                <a:cs typeface="Courier" charset="0"/>
              </a:rPr>
              <a:t>UpdateView</a:t>
            </a:r>
            <a:r>
              <a:rPr lang="en-US" altLang="zh-CN" sz="2000" b="1" dirty="0">
                <a:solidFill>
                  <a:srgbClr val="0070C0"/>
                </a:solidFill>
                <a:latin typeface="Courier" charset="0"/>
                <a:ea typeface="Courier" charset="0"/>
                <a:cs typeface="Courier" charset="0"/>
              </a:rPr>
              <a:t>', 'View', '</a:t>
            </a:r>
            <a:r>
              <a:rPr lang="en-US" altLang="zh-CN" sz="2000" b="1" dirty="0" err="1">
                <a:solidFill>
                  <a:srgbClr val="0070C0"/>
                </a:solidFill>
                <a:latin typeface="Courier" charset="0"/>
                <a:ea typeface="Courier" charset="0"/>
                <a:cs typeface="Courier" charset="0"/>
              </a:rPr>
              <a:t>WeekArchiveView</a:t>
            </a:r>
            <a:r>
              <a:rPr lang="en-US" altLang="zh-CN" sz="2000" b="1" dirty="0">
                <a:solidFill>
                  <a:srgbClr val="0070C0"/>
                </a:solidFill>
                <a:latin typeface="Courier" charset="0"/>
                <a:ea typeface="Courier" charset="0"/>
                <a:cs typeface="Courier" charset="0"/>
              </a:rPr>
              <a:t>', '</a:t>
            </a:r>
            <a:r>
              <a:rPr lang="en-US" altLang="zh-CN" sz="2000" b="1" dirty="0" err="1">
                <a:solidFill>
                  <a:srgbClr val="0070C0"/>
                </a:solidFill>
                <a:latin typeface="Courier" charset="0"/>
                <a:ea typeface="Courier" charset="0"/>
                <a:cs typeface="Courier" charset="0"/>
              </a:rPr>
              <a:t>YearArchiveView</a:t>
            </a:r>
            <a:r>
              <a:rPr lang="en-US" altLang="zh-CN" sz="2000" b="1" dirty="0">
                <a:solidFill>
                  <a:srgbClr val="0070C0"/>
                </a:solidFill>
                <a:latin typeface="Courier" charset="0"/>
                <a:ea typeface="Courier" charset="0"/>
                <a:cs typeface="Courier" charset="0"/>
              </a:rPr>
              <a:t>', '__all__', '__</a:t>
            </a:r>
            <a:r>
              <a:rPr lang="en-US" altLang="zh-CN" sz="2000" b="1" dirty="0" err="1">
                <a:solidFill>
                  <a:srgbClr val="0070C0"/>
                </a:solidFill>
                <a:latin typeface="Courier" charset="0"/>
                <a:ea typeface="Courier" charset="0"/>
                <a:cs typeface="Courier" charset="0"/>
              </a:rPr>
              <a:t>builtins</a:t>
            </a:r>
            <a:r>
              <a:rPr lang="en-US" altLang="zh-CN" sz="2000" b="1" dirty="0">
                <a:solidFill>
                  <a:srgbClr val="0070C0"/>
                </a:solidFill>
                <a:latin typeface="Courier" charset="0"/>
                <a:ea typeface="Courier" charset="0"/>
                <a:cs typeface="Courier" charset="0"/>
              </a:rPr>
              <a:t>__', '__cached__', '__doc__', '__file__', '__loader__', '__name__', '__package__', '__path__', '__spec__', 'base', 'dates', 'detail', 'edit', 'list</a:t>
            </a:r>
            <a:r>
              <a:rPr lang="en-US" altLang="zh-CN" sz="2000" b="1" dirty="0" smtClean="0">
                <a:solidFill>
                  <a:srgbClr val="0070C0"/>
                </a:solidFill>
                <a:latin typeface="Courier" charset="0"/>
                <a:ea typeface="Courier" charset="0"/>
                <a:cs typeface="Courier" charset="0"/>
              </a:rPr>
              <a:t>']</a:t>
            </a:r>
          </a:p>
        </p:txBody>
      </p:sp>
    </p:spTree>
    <p:extLst>
      <p:ext uri="{BB962C8B-B14F-4D97-AF65-F5344CB8AC3E}">
        <p14:creationId xmlns:p14="http://schemas.microsoft.com/office/powerpoint/2010/main" val="17841353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en-US" altLang="zh-CN" b="1" dirty="0">
                <a:ea typeface="Times New Roman" charset="0"/>
                <a:cs typeface="Times New Roman" charset="0"/>
              </a:rPr>
              <a:t>generic</a:t>
            </a:r>
            <a:r>
              <a:rPr kumimoji="1" lang="zh-CN" altLang="en-US" b="1" dirty="0">
                <a:ea typeface="Times New Roman" charset="0"/>
                <a:cs typeface="Times New Roman" charset="0"/>
              </a:rPr>
              <a:t> </a:t>
            </a:r>
            <a:r>
              <a:rPr kumimoji="1" lang="en-US" altLang="zh-CN" b="1" dirty="0" smtClean="0">
                <a:ea typeface="Times New Roman" charset="0"/>
                <a:cs typeface="Times New Roman" charset="0"/>
              </a:rPr>
              <a:t>display</a:t>
            </a:r>
            <a:r>
              <a:rPr kumimoji="1" lang="zh-CN" altLang="en-US" b="1" dirty="0" smtClean="0">
                <a:ea typeface="Times New Roman" charset="0"/>
                <a:cs typeface="Times New Roman" charset="0"/>
              </a:rPr>
              <a:t> </a:t>
            </a:r>
            <a:r>
              <a:rPr kumimoji="1" lang="en-US" altLang="zh-CN" b="1" dirty="0" smtClean="0">
                <a:ea typeface="Times New Roman" charset="0"/>
                <a:cs typeface="Times New Roman" charset="0"/>
              </a:rPr>
              <a:t>view</a:t>
            </a:r>
            <a:endParaRPr kumimoji="1" lang="zh-CN" altLang="en-US" b="1" dirty="0"/>
          </a:p>
        </p:txBody>
      </p:sp>
    </p:spTree>
    <p:extLst>
      <p:ext uri="{BB962C8B-B14F-4D97-AF65-F5344CB8AC3E}">
        <p14:creationId xmlns:p14="http://schemas.microsoft.com/office/powerpoint/2010/main" val="1668886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 smtClean="0"/>
              <a:t>Generic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display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view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smtClean="0"/>
              <a:t>Generic display </a:t>
            </a:r>
            <a:r>
              <a:rPr lang="en-US" altLang="zh-CN" dirty="0"/>
              <a:t>views are designed to display data. On many projects they are typically the most commonly used views</a:t>
            </a:r>
            <a:r>
              <a:rPr lang="en-US" altLang="zh-CN" dirty="0" smtClean="0"/>
              <a:t>.</a:t>
            </a:r>
          </a:p>
          <a:p>
            <a:pPr lvl="1"/>
            <a:r>
              <a:rPr kumimoji="1" lang="en-US" altLang="zh-CN" dirty="0" err="1" smtClean="0"/>
              <a:t>ListView</a:t>
            </a:r>
            <a:endParaRPr kumimoji="1" lang="en-US" altLang="zh-CN" dirty="0" smtClean="0"/>
          </a:p>
          <a:p>
            <a:pPr lvl="1"/>
            <a:r>
              <a:rPr kumimoji="1" lang="en-US" altLang="zh-CN" dirty="0" err="1" smtClean="0"/>
              <a:t>DetailView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9803662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en-US" altLang="zh-CN" b="1" dirty="0" err="1" smtClean="0">
                <a:ea typeface="Times New Roman" charset="0"/>
                <a:cs typeface="Times New Roman" charset="0"/>
              </a:rPr>
              <a:t>detailview</a:t>
            </a:r>
            <a:endParaRPr kumimoji="1" lang="zh-CN" altLang="en-US" b="1" dirty="0"/>
          </a:p>
        </p:txBody>
      </p:sp>
    </p:spTree>
    <p:extLst>
      <p:ext uri="{BB962C8B-B14F-4D97-AF65-F5344CB8AC3E}">
        <p14:creationId xmlns:p14="http://schemas.microsoft.com/office/powerpoint/2010/main" val="2712244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 err="1" smtClean="0"/>
              <a:t>DetailVIew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/>
              <a:t>class </a:t>
            </a:r>
            <a:r>
              <a:rPr kumimoji="1" lang="en-US" altLang="zh-CN" dirty="0" err="1" smtClean="0"/>
              <a:t>django.views.generic.detail.DetailView</a:t>
            </a:r>
            <a:endParaRPr kumimoji="1" lang="en-US" altLang="zh-CN" dirty="0" smtClean="0"/>
          </a:p>
          <a:p>
            <a:r>
              <a:rPr kumimoji="1" lang="en-US" altLang="zh-CN" dirty="0" err="1" smtClean="0"/>
              <a:t>DetailView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uses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to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get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and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return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a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object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from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a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model.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4643014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 err="1"/>
              <a:t>DetailVIew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 smtClean="0"/>
              <a:t>Let’s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modify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the</a:t>
            </a:r>
            <a:r>
              <a:rPr kumimoji="1" lang="zh-CN" altLang="en-US" dirty="0" smtClean="0"/>
              <a:t> </a:t>
            </a:r>
            <a:r>
              <a:rPr kumimoji="1" lang="en-US" altLang="zh-CN" dirty="0" err="1" smtClean="0"/>
              <a:t>BookDetail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view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using</a:t>
            </a:r>
            <a:r>
              <a:rPr kumimoji="1" lang="zh-CN" altLang="en-US" dirty="0" smtClean="0"/>
              <a:t> </a:t>
            </a:r>
            <a:r>
              <a:rPr kumimoji="1" lang="en-US" altLang="zh-CN" dirty="0" err="1" smtClean="0"/>
              <a:t>DetailView</a:t>
            </a:r>
            <a:endParaRPr kumimoji="1"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685800" y="3223474"/>
            <a:ext cx="7772400" cy="2246769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</p:spPr>
        <p:txBody>
          <a:bodyPr wrap="square">
            <a:spAutoFit/>
          </a:bodyPr>
          <a:lstStyle/>
          <a:p>
            <a:r>
              <a:rPr lang="en-US" altLang="zh-CN" sz="2000" b="1" dirty="0">
                <a:solidFill>
                  <a:srgbClr val="000080"/>
                </a:solidFill>
                <a:latin typeface="Courier" charset="0"/>
                <a:ea typeface="Courier" charset="0"/>
                <a:cs typeface="Courier" charset="0"/>
              </a:rPr>
              <a:t>class </a:t>
            </a:r>
            <a:r>
              <a:rPr lang="en-US" altLang="zh-CN" sz="2000" b="1" dirty="0" err="1">
                <a:latin typeface="Courier" charset="0"/>
                <a:ea typeface="Courier" charset="0"/>
                <a:cs typeface="Courier" charset="0"/>
              </a:rPr>
              <a:t>BookDetail</a:t>
            </a:r>
            <a:r>
              <a:rPr lang="en-US" altLang="zh-CN" sz="2000" b="1" dirty="0">
                <a:latin typeface="Courier" charset="0"/>
                <a:ea typeface="Courier" charset="0"/>
                <a:cs typeface="Courier" charset="0"/>
              </a:rPr>
              <a:t>(</a:t>
            </a:r>
            <a:r>
              <a:rPr lang="en-US" altLang="zh-CN" sz="2000" b="1" dirty="0" err="1">
                <a:latin typeface="Courier" charset="0"/>
                <a:ea typeface="Courier" charset="0"/>
                <a:cs typeface="Courier" charset="0"/>
              </a:rPr>
              <a:t>DetailView</a:t>
            </a:r>
            <a:r>
              <a:rPr lang="en-US" altLang="zh-CN" sz="2000" b="1" dirty="0">
                <a:latin typeface="Courier" charset="0"/>
                <a:ea typeface="Courier" charset="0"/>
                <a:cs typeface="Courier" charset="0"/>
              </a:rPr>
              <a:t>):</a:t>
            </a:r>
            <a:br>
              <a:rPr lang="en-US" altLang="zh-CN" sz="2000" b="1" dirty="0">
                <a:latin typeface="Courier" charset="0"/>
                <a:ea typeface="Courier" charset="0"/>
                <a:cs typeface="Courier" charset="0"/>
              </a:rPr>
            </a:br>
            <a:r>
              <a:rPr lang="en-US" altLang="zh-CN" sz="2000" b="1" dirty="0">
                <a:latin typeface="Courier" charset="0"/>
                <a:ea typeface="Courier" charset="0"/>
                <a:cs typeface="Courier" charset="0"/>
              </a:rPr>
              <a:t>    model = Book</a:t>
            </a:r>
            <a:br>
              <a:rPr lang="en-US" altLang="zh-CN" sz="2000" b="1" dirty="0">
                <a:latin typeface="Courier" charset="0"/>
                <a:ea typeface="Courier" charset="0"/>
                <a:cs typeface="Courier" charset="0"/>
              </a:rPr>
            </a:br>
            <a:r>
              <a:rPr lang="en-US" altLang="zh-CN" sz="2000" b="1" dirty="0">
                <a:latin typeface="Courier" charset="0"/>
                <a:ea typeface="Courier" charset="0"/>
                <a:cs typeface="Courier" charset="0"/>
              </a:rPr>
              <a:t>    </a:t>
            </a:r>
            <a:r>
              <a:rPr lang="en-US" altLang="zh-CN" sz="2000" b="1" dirty="0" err="1">
                <a:latin typeface="Courier" charset="0"/>
                <a:ea typeface="Courier" charset="0"/>
                <a:cs typeface="Courier" charset="0"/>
              </a:rPr>
              <a:t>template_name</a:t>
            </a:r>
            <a:r>
              <a:rPr lang="en-US" altLang="zh-CN" sz="2000" b="1" dirty="0">
                <a:latin typeface="Courier" charset="0"/>
                <a:ea typeface="Courier" charset="0"/>
                <a:cs typeface="Courier" charset="0"/>
              </a:rPr>
              <a:t> = </a:t>
            </a:r>
            <a:r>
              <a:rPr lang="en-US" altLang="zh-CN" sz="2000" b="1" dirty="0" smtClean="0">
                <a:solidFill>
                  <a:srgbClr val="008080"/>
                </a:solidFill>
                <a:latin typeface="Courier" charset="0"/>
                <a:ea typeface="Courier" charset="0"/>
                <a:cs typeface="Courier" charset="0"/>
              </a:rPr>
              <a:t>'</a:t>
            </a:r>
            <a:r>
              <a:rPr lang="en-US" altLang="zh-CN" sz="2000" b="1" dirty="0" err="1" smtClean="0">
                <a:solidFill>
                  <a:srgbClr val="008080"/>
                </a:solidFill>
                <a:latin typeface="Courier" charset="0"/>
                <a:ea typeface="Courier" charset="0"/>
                <a:cs typeface="Courier" charset="0"/>
              </a:rPr>
              <a:t>detail.html</a:t>
            </a:r>
            <a:r>
              <a:rPr lang="en-US" altLang="zh-CN" sz="2000" b="1" dirty="0" smtClean="0">
                <a:solidFill>
                  <a:srgbClr val="008080"/>
                </a:solidFill>
                <a:latin typeface="Courier" charset="0"/>
                <a:ea typeface="Courier" charset="0"/>
                <a:cs typeface="Courier" charset="0"/>
              </a:rPr>
              <a:t>’</a:t>
            </a:r>
          </a:p>
          <a:p>
            <a:endParaRPr lang="en-US" altLang="zh-CN" sz="2000" b="1" dirty="0">
              <a:solidFill>
                <a:srgbClr val="008080"/>
              </a:solidFill>
              <a:latin typeface="Courier" charset="0"/>
              <a:ea typeface="Courier" charset="0"/>
              <a:cs typeface="Courier" charset="0"/>
            </a:endParaRPr>
          </a:p>
          <a:p>
            <a:r>
              <a:rPr lang="en-US" altLang="zh-CN" sz="2000" b="1" dirty="0">
                <a:solidFill>
                  <a:srgbClr val="808080"/>
                </a:solidFill>
                <a:latin typeface="Courier" charset="0"/>
                <a:ea typeface="Courier" charset="0"/>
                <a:cs typeface="Courier" charset="0"/>
              </a:rPr>
              <a:t># in </a:t>
            </a:r>
            <a:r>
              <a:rPr lang="en-US" altLang="zh-CN" sz="2000" b="1" dirty="0" err="1">
                <a:solidFill>
                  <a:srgbClr val="808080"/>
                </a:solidFill>
                <a:latin typeface="Courier" charset="0"/>
                <a:ea typeface="Courier" charset="0"/>
                <a:cs typeface="Courier" charset="0"/>
              </a:rPr>
              <a:t>url.py</a:t>
            </a:r>
            <a:r>
              <a:rPr lang="en-US" altLang="zh-CN" sz="2000" b="1" dirty="0">
                <a:solidFill>
                  <a:srgbClr val="808080"/>
                </a:solidFill>
                <a:latin typeface="Courier" charset="0"/>
                <a:ea typeface="Courier" charset="0"/>
                <a:cs typeface="Courier" charset="0"/>
              </a:rPr>
              <a:t/>
            </a:r>
            <a:br>
              <a:rPr lang="en-US" altLang="zh-CN" sz="2000" b="1" dirty="0">
                <a:solidFill>
                  <a:srgbClr val="808080"/>
                </a:solidFill>
                <a:latin typeface="Courier" charset="0"/>
                <a:ea typeface="Courier" charset="0"/>
                <a:cs typeface="Courier" charset="0"/>
              </a:rPr>
            </a:br>
            <a:r>
              <a:rPr lang="en-US" altLang="zh-CN" sz="2000" b="1" dirty="0" err="1">
                <a:latin typeface="Courier" charset="0"/>
                <a:ea typeface="Courier" charset="0"/>
                <a:cs typeface="Courier" charset="0"/>
              </a:rPr>
              <a:t>url</a:t>
            </a:r>
            <a:r>
              <a:rPr lang="en-US" altLang="zh-CN" sz="2000" b="1" dirty="0">
                <a:latin typeface="Courier" charset="0"/>
                <a:ea typeface="Courier" charset="0"/>
                <a:cs typeface="Courier" charset="0"/>
              </a:rPr>
              <a:t>(</a:t>
            </a:r>
            <a:r>
              <a:rPr lang="en-US" altLang="zh-CN" sz="2000" b="1" dirty="0" err="1">
                <a:solidFill>
                  <a:srgbClr val="008080"/>
                </a:solidFill>
                <a:latin typeface="Courier" charset="0"/>
                <a:ea typeface="Courier" charset="0"/>
                <a:cs typeface="Courier" charset="0"/>
              </a:rPr>
              <a:t>r'^book</a:t>
            </a:r>
            <a:r>
              <a:rPr lang="en-US" altLang="zh-CN" sz="2000" b="1" dirty="0">
                <a:solidFill>
                  <a:srgbClr val="008080"/>
                </a:solidFill>
                <a:latin typeface="Courier" charset="0"/>
                <a:ea typeface="Courier" charset="0"/>
                <a:cs typeface="Courier" charset="0"/>
              </a:rPr>
              <a:t>/(?P&lt;</a:t>
            </a:r>
            <a:r>
              <a:rPr lang="en-US" altLang="zh-CN" sz="2000" b="1" dirty="0" err="1">
                <a:solidFill>
                  <a:srgbClr val="008080"/>
                </a:solidFill>
                <a:latin typeface="Courier" charset="0"/>
                <a:ea typeface="Courier" charset="0"/>
                <a:cs typeface="Courier" charset="0"/>
              </a:rPr>
              <a:t>pk</a:t>
            </a:r>
            <a:r>
              <a:rPr lang="en-US" altLang="zh-CN" sz="2000" b="1" dirty="0">
                <a:solidFill>
                  <a:srgbClr val="008080"/>
                </a:solidFill>
                <a:latin typeface="Courier" charset="0"/>
                <a:ea typeface="Courier" charset="0"/>
                <a:cs typeface="Courier" charset="0"/>
              </a:rPr>
              <a:t>&gt;\d+)/'</a:t>
            </a:r>
            <a:r>
              <a:rPr lang="en-US" altLang="zh-CN" sz="2000" b="1" dirty="0">
                <a:latin typeface="Courier" charset="0"/>
                <a:ea typeface="Courier" charset="0"/>
                <a:cs typeface="Courier" charset="0"/>
              </a:rPr>
              <a:t>, </a:t>
            </a:r>
            <a:r>
              <a:rPr lang="en-US" altLang="zh-CN" sz="2000" b="1" dirty="0" err="1">
                <a:latin typeface="Courier" charset="0"/>
                <a:ea typeface="Courier" charset="0"/>
                <a:cs typeface="Courier" charset="0"/>
              </a:rPr>
              <a:t>BookDetail.as_view</a:t>
            </a:r>
            <a:r>
              <a:rPr lang="en-US" altLang="zh-CN" sz="2000" b="1" dirty="0">
                <a:latin typeface="Courier" charset="0"/>
                <a:ea typeface="Courier" charset="0"/>
                <a:cs typeface="Courier" charset="0"/>
              </a:rPr>
              <a:t>(), </a:t>
            </a:r>
            <a:r>
              <a:rPr lang="en-US" altLang="zh-CN" sz="2000" b="1" dirty="0">
                <a:solidFill>
                  <a:srgbClr val="660099"/>
                </a:solidFill>
                <a:latin typeface="Courier" charset="0"/>
                <a:ea typeface="Courier" charset="0"/>
                <a:cs typeface="Courier" charset="0"/>
              </a:rPr>
              <a:t>name</a:t>
            </a:r>
            <a:r>
              <a:rPr lang="en-US" altLang="zh-CN" sz="2000" b="1" dirty="0">
                <a:latin typeface="Courier" charset="0"/>
                <a:ea typeface="Courier" charset="0"/>
                <a:cs typeface="Courier" charset="0"/>
              </a:rPr>
              <a:t>=</a:t>
            </a:r>
            <a:r>
              <a:rPr lang="en-US" altLang="zh-CN" sz="2000" b="1" dirty="0">
                <a:solidFill>
                  <a:srgbClr val="008080"/>
                </a:solidFill>
                <a:latin typeface="Courier" charset="0"/>
                <a:ea typeface="Courier" charset="0"/>
                <a:cs typeface="Courier" charset="0"/>
              </a:rPr>
              <a:t>'</a:t>
            </a:r>
            <a:r>
              <a:rPr lang="en-US" altLang="zh-CN" sz="2000" b="1" dirty="0" err="1">
                <a:solidFill>
                  <a:srgbClr val="008080"/>
                </a:solidFill>
                <a:latin typeface="Courier" charset="0"/>
                <a:ea typeface="Courier" charset="0"/>
                <a:cs typeface="Courier" charset="0"/>
              </a:rPr>
              <a:t>book_detail</a:t>
            </a:r>
            <a:r>
              <a:rPr lang="en-US" altLang="zh-CN" sz="2000" b="1" dirty="0">
                <a:solidFill>
                  <a:srgbClr val="008080"/>
                </a:solidFill>
                <a:latin typeface="Courier" charset="0"/>
                <a:ea typeface="Courier" charset="0"/>
                <a:cs typeface="Courier" charset="0"/>
              </a:rPr>
              <a:t>'</a:t>
            </a:r>
            <a:r>
              <a:rPr lang="en-US" altLang="zh-CN" sz="2000" b="1" dirty="0">
                <a:latin typeface="Courier" charset="0"/>
                <a:ea typeface="Courier" charset="0"/>
                <a:cs typeface="Courier" charset="0"/>
              </a:rPr>
              <a:t>),</a:t>
            </a:r>
            <a:endParaRPr lang="zh-CN" altLang="en-US" sz="2000" b="1" dirty="0">
              <a:latin typeface="Courier" charset="0"/>
              <a:ea typeface="Courier" charset="0"/>
              <a:cs typeface="Courier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118667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 err="1"/>
              <a:t>DetailVIew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685800" y="1959506"/>
            <a:ext cx="7772400" cy="4801314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</p:spPr>
        <p:txBody>
          <a:bodyPr wrap="square">
            <a:spAutoFit/>
          </a:bodyPr>
          <a:lstStyle/>
          <a:p>
            <a:r>
              <a:rPr lang="en-US" altLang="zh-CN" b="1" dirty="0">
                <a:latin typeface="Courier" charset="0"/>
                <a:ea typeface="Courier" charset="0"/>
                <a:cs typeface="Courier" charset="0"/>
              </a:rPr>
              <a:t>&lt;!DOCTYPE </a:t>
            </a:r>
            <a:r>
              <a:rPr lang="en-US" altLang="zh-CN" b="1" dirty="0">
                <a:solidFill>
                  <a:srgbClr val="0000FF"/>
                </a:solidFill>
                <a:latin typeface="Courier" charset="0"/>
                <a:ea typeface="Courier" charset="0"/>
                <a:cs typeface="Courier" charset="0"/>
              </a:rPr>
              <a:t>html</a:t>
            </a:r>
            <a:r>
              <a:rPr lang="en-US" altLang="zh-CN" b="1" dirty="0">
                <a:latin typeface="Courier" charset="0"/>
                <a:ea typeface="Courier" charset="0"/>
                <a:cs typeface="Courier" charset="0"/>
              </a:rPr>
              <a:t>&gt;</a:t>
            </a:r>
            <a:br>
              <a:rPr lang="en-US" altLang="zh-CN" b="1" dirty="0">
                <a:latin typeface="Courier" charset="0"/>
                <a:ea typeface="Courier" charset="0"/>
                <a:cs typeface="Courier" charset="0"/>
              </a:rPr>
            </a:br>
            <a:r>
              <a:rPr lang="en-US" altLang="zh-CN" b="1" dirty="0">
                <a:latin typeface="Courier" charset="0"/>
                <a:ea typeface="Courier" charset="0"/>
                <a:cs typeface="Courier" charset="0"/>
              </a:rPr>
              <a:t>&lt;</a:t>
            </a:r>
            <a:r>
              <a:rPr lang="en-US" altLang="zh-CN" b="1" dirty="0" smtClean="0">
                <a:solidFill>
                  <a:srgbClr val="000080"/>
                </a:solidFill>
                <a:latin typeface="Courier" charset="0"/>
                <a:ea typeface="Courier" charset="0"/>
                <a:cs typeface="Courier" charset="0"/>
              </a:rPr>
              <a:t>html</a:t>
            </a:r>
            <a:r>
              <a:rPr lang="en-US" altLang="zh-CN" b="1" dirty="0" smtClean="0">
                <a:latin typeface="Courier" charset="0"/>
                <a:ea typeface="Courier" charset="0"/>
                <a:cs typeface="Courier" charset="0"/>
              </a:rPr>
              <a:t>&gt;</a:t>
            </a:r>
            <a:r>
              <a:rPr lang="en-US" altLang="zh-CN" b="1" dirty="0">
                <a:latin typeface="Courier" charset="0"/>
                <a:ea typeface="Courier" charset="0"/>
                <a:cs typeface="Courier" charset="0"/>
              </a:rPr>
              <a:t/>
            </a:r>
            <a:br>
              <a:rPr lang="en-US" altLang="zh-CN" b="1" dirty="0">
                <a:latin typeface="Courier" charset="0"/>
                <a:ea typeface="Courier" charset="0"/>
                <a:cs typeface="Courier" charset="0"/>
              </a:rPr>
            </a:br>
            <a:r>
              <a:rPr lang="en-US" altLang="zh-CN" b="1" dirty="0">
                <a:latin typeface="Courier" charset="0"/>
                <a:ea typeface="Courier" charset="0"/>
                <a:cs typeface="Courier" charset="0"/>
              </a:rPr>
              <a:t>&lt;</a:t>
            </a:r>
            <a:r>
              <a:rPr lang="en-US" altLang="zh-CN" b="1" dirty="0">
                <a:solidFill>
                  <a:srgbClr val="000080"/>
                </a:solidFill>
                <a:latin typeface="Courier" charset="0"/>
                <a:ea typeface="Courier" charset="0"/>
                <a:cs typeface="Courier" charset="0"/>
              </a:rPr>
              <a:t>head</a:t>
            </a:r>
            <a:r>
              <a:rPr lang="en-US" altLang="zh-CN" b="1" dirty="0">
                <a:latin typeface="Courier" charset="0"/>
                <a:ea typeface="Courier" charset="0"/>
                <a:cs typeface="Courier" charset="0"/>
              </a:rPr>
              <a:t>&gt;</a:t>
            </a:r>
            <a:br>
              <a:rPr lang="en-US" altLang="zh-CN" b="1" dirty="0">
                <a:latin typeface="Courier" charset="0"/>
                <a:ea typeface="Courier" charset="0"/>
                <a:cs typeface="Courier" charset="0"/>
              </a:rPr>
            </a:br>
            <a:r>
              <a:rPr lang="en-US" altLang="zh-CN" b="1" dirty="0">
                <a:latin typeface="Courier" charset="0"/>
                <a:ea typeface="Courier" charset="0"/>
                <a:cs typeface="Courier" charset="0"/>
              </a:rPr>
              <a:t>    &lt;</a:t>
            </a:r>
            <a:r>
              <a:rPr lang="en-US" altLang="zh-CN" b="1" dirty="0">
                <a:solidFill>
                  <a:srgbClr val="000080"/>
                </a:solidFill>
                <a:latin typeface="Courier" charset="0"/>
                <a:ea typeface="Courier" charset="0"/>
                <a:cs typeface="Courier" charset="0"/>
              </a:rPr>
              <a:t>meta </a:t>
            </a:r>
            <a:r>
              <a:rPr lang="en-US" altLang="zh-CN" b="1" dirty="0">
                <a:solidFill>
                  <a:srgbClr val="0000FF"/>
                </a:solidFill>
                <a:latin typeface="Courier" charset="0"/>
                <a:ea typeface="Courier" charset="0"/>
                <a:cs typeface="Courier" charset="0"/>
              </a:rPr>
              <a:t>charset=</a:t>
            </a:r>
            <a:r>
              <a:rPr lang="en-US" altLang="zh-CN" b="1" dirty="0">
                <a:solidFill>
                  <a:srgbClr val="008000"/>
                </a:solidFill>
                <a:latin typeface="Courier" charset="0"/>
                <a:ea typeface="Courier" charset="0"/>
                <a:cs typeface="Courier" charset="0"/>
              </a:rPr>
              <a:t>"UTF-8"</a:t>
            </a:r>
            <a:r>
              <a:rPr lang="en-US" altLang="zh-CN" b="1" dirty="0">
                <a:latin typeface="Courier" charset="0"/>
                <a:ea typeface="Courier" charset="0"/>
                <a:cs typeface="Courier" charset="0"/>
              </a:rPr>
              <a:t>&gt;</a:t>
            </a:r>
            <a:br>
              <a:rPr lang="en-US" altLang="zh-CN" b="1" dirty="0">
                <a:latin typeface="Courier" charset="0"/>
                <a:ea typeface="Courier" charset="0"/>
                <a:cs typeface="Courier" charset="0"/>
              </a:rPr>
            </a:br>
            <a:r>
              <a:rPr lang="en-US" altLang="zh-CN" b="1" dirty="0">
                <a:latin typeface="Courier" charset="0"/>
                <a:ea typeface="Courier" charset="0"/>
                <a:cs typeface="Courier" charset="0"/>
              </a:rPr>
              <a:t>    &lt;</a:t>
            </a:r>
            <a:r>
              <a:rPr lang="en-US" altLang="zh-CN" b="1" dirty="0">
                <a:solidFill>
                  <a:srgbClr val="000080"/>
                </a:solidFill>
                <a:latin typeface="Courier" charset="0"/>
                <a:ea typeface="Courier" charset="0"/>
                <a:cs typeface="Courier" charset="0"/>
              </a:rPr>
              <a:t>title</a:t>
            </a:r>
            <a:r>
              <a:rPr lang="en-US" altLang="zh-CN" b="1" dirty="0">
                <a:latin typeface="Courier" charset="0"/>
                <a:ea typeface="Courier" charset="0"/>
                <a:cs typeface="Courier" charset="0"/>
              </a:rPr>
              <a:t>&gt;{{ </a:t>
            </a:r>
            <a:r>
              <a:rPr lang="en-US" altLang="zh-CN" b="1" dirty="0" err="1" smtClean="0">
                <a:solidFill>
                  <a:srgbClr val="0000FF"/>
                </a:solidFill>
                <a:latin typeface="Courier" charset="0"/>
                <a:ea typeface="Courier" charset="0"/>
                <a:cs typeface="Courier" charset="0"/>
              </a:rPr>
              <a:t>object</a:t>
            </a:r>
            <a:r>
              <a:rPr lang="en-US" altLang="zh-CN" b="1" dirty="0" err="1" smtClean="0">
                <a:latin typeface="Courier" charset="0"/>
                <a:ea typeface="Courier" charset="0"/>
                <a:cs typeface="Courier" charset="0"/>
              </a:rPr>
              <a:t>.</a:t>
            </a:r>
            <a:r>
              <a:rPr lang="en-US" altLang="zh-CN" b="1" dirty="0" err="1" smtClean="0">
                <a:solidFill>
                  <a:srgbClr val="0000FF"/>
                </a:solidFill>
                <a:latin typeface="Courier" charset="0"/>
                <a:ea typeface="Courier" charset="0"/>
                <a:cs typeface="Courier" charset="0"/>
              </a:rPr>
              <a:t>name</a:t>
            </a:r>
            <a:r>
              <a:rPr lang="en-US" altLang="zh-CN" b="1" dirty="0" smtClean="0">
                <a:solidFill>
                  <a:srgbClr val="0000FF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altLang="zh-CN" b="1" dirty="0">
                <a:latin typeface="Courier" charset="0"/>
                <a:ea typeface="Courier" charset="0"/>
                <a:cs typeface="Courier" charset="0"/>
              </a:rPr>
              <a:t>}}&lt;/</a:t>
            </a:r>
            <a:r>
              <a:rPr lang="en-US" altLang="zh-CN" b="1" dirty="0">
                <a:solidFill>
                  <a:srgbClr val="000080"/>
                </a:solidFill>
                <a:latin typeface="Courier" charset="0"/>
                <a:ea typeface="Courier" charset="0"/>
                <a:cs typeface="Courier" charset="0"/>
              </a:rPr>
              <a:t>title</a:t>
            </a:r>
            <a:r>
              <a:rPr lang="en-US" altLang="zh-CN" b="1" dirty="0">
                <a:latin typeface="Courier" charset="0"/>
                <a:ea typeface="Courier" charset="0"/>
                <a:cs typeface="Courier" charset="0"/>
              </a:rPr>
              <a:t>&gt;</a:t>
            </a:r>
            <a:br>
              <a:rPr lang="en-US" altLang="zh-CN" b="1" dirty="0">
                <a:latin typeface="Courier" charset="0"/>
                <a:ea typeface="Courier" charset="0"/>
                <a:cs typeface="Courier" charset="0"/>
              </a:rPr>
            </a:br>
            <a:r>
              <a:rPr lang="en-US" altLang="zh-CN" b="1" dirty="0">
                <a:latin typeface="Courier" charset="0"/>
                <a:ea typeface="Courier" charset="0"/>
                <a:cs typeface="Courier" charset="0"/>
              </a:rPr>
              <a:t>&lt;/</a:t>
            </a:r>
            <a:r>
              <a:rPr lang="en-US" altLang="zh-CN" b="1" dirty="0">
                <a:solidFill>
                  <a:srgbClr val="000080"/>
                </a:solidFill>
                <a:latin typeface="Courier" charset="0"/>
                <a:ea typeface="Courier" charset="0"/>
                <a:cs typeface="Courier" charset="0"/>
              </a:rPr>
              <a:t>head</a:t>
            </a:r>
            <a:r>
              <a:rPr lang="en-US" altLang="zh-CN" b="1" dirty="0">
                <a:latin typeface="Courier" charset="0"/>
                <a:ea typeface="Courier" charset="0"/>
                <a:cs typeface="Courier" charset="0"/>
              </a:rPr>
              <a:t>&gt;</a:t>
            </a:r>
            <a:br>
              <a:rPr lang="en-US" altLang="zh-CN" b="1" dirty="0">
                <a:latin typeface="Courier" charset="0"/>
                <a:ea typeface="Courier" charset="0"/>
                <a:cs typeface="Courier" charset="0"/>
              </a:rPr>
            </a:br>
            <a:r>
              <a:rPr lang="en-US" altLang="zh-CN" b="1" dirty="0">
                <a:latin typeface="Courier" charset="0"/>
                <a:ea typeface="Courier" charset="0"/>
                <a:cs typeface="Courier" charset="0"/>
              </a:rPr>
              <a:t>&lt;</a:t>
            </a:r>
            <a:r>
              <a:rPr lang="en-US" altLang="zh-CN" b="1" dirty="0">
                <a:solidFill>
                  <a:srgbClr val="000080"/>
                </a:solidFill>
                <a:latin typeface="Courier" charset="0"/>
                <a:ea typeface="Courier" charset="0"/>
                <a:cs typeface="Courier" charset="0"/>
              </a:rPr>
              <a:t>body</a:t>
            </a:r>
            <a:r>
              <a:rPr lang="en-US" altLang="zh-CN" b="1" dirty="0">
                <a:latin typeface="Courier" charset="0"/>
                <a:ea typeface="Courier" charset="0"/>
                <a:cs typeface="Courier" charset="0"/>
              </a:rPr>
              <a:t>&gt;</a:t>
            </a:r>
            <a:br>
              <a:rPr lang="en-US" altLang="zh-CN" b="1" dirty="0">
                <a:latin typeface="Courier" charset="0"/>
                <a:ea typeface="Courier" charset="0"/>
                <a:cs typeface="Courier" charset="0"/>
              </a:rPr>
            </a:br>
            <a:r>
              <a:rPr lang="en-US" altLang="zh-CN" b="1" dirty="0">
                <a:latin typeface="Courier" charset="0"/>
                <a:ea typeface="Courier" charset="0"/>
                <a:cs typeface="Courier" charset="0"/>
              </a:rPr>
              <a:t>&lt;</a:t>
            </a:r>
            <a:r>
              <a:rPr lang="en-US" altLang="zh-CN" b="1" dirty="0">
                <a:solidFill>
                  <a:srgbClr val="000080"/>
                </a:solidFill>
                <a:latin typeface="Courier" charset="0"/>
                <a:ea typeface="Courier" charset="0"/>
                <a:cs typeface="Courier" charset="0"/>
              </a:rPr>
              <a:t>h1</a:t>
            </a:r>
            <a:r>
              <a:rPr lang="en-US" altLang="zh-CN" b="1" dirty="0">
                <a:latin typeface="Courier" charset="0"/>
                <a:ea typeface="Courier" charset="0"/>
                <a:cs typeface="Courier" charset="0"/>
              </a:rPr>
              <a:t>&gt;{{ </a:t>
            </a:r>
            <a:r>
              <a:rPr lang="en-US" altLang="zh-CN" b="1" dirty="0" err="1">
                <a:solidFill>
                  <a:srgbClr val="0000FF"/>
                </a:solidFill>
                <a:latin typeface="Courier" charset="0"/>
                <a:ea typeface="Courier" charset="0"/>
                <a:cs typeface="Courier" charset="0"/>
              </a:rPr>
              <a:t>object</a:t>
            </a:r>
            <a:r>
              <a:rPr lang="en-US" altLang="zh-CN" b="1" dirty="0" err="1">
                <a:latin typeface="Courier" charset="0"/>
                <a:ea typeface="Courier" charset="0"/>
                <a:cs typeface="Courier" charset="0"/>
              </a:rPr>
              <a:t>.</a:t>
            </a:r>
            <a:r>
              <a:rPr lang="en-US" altLang="zh-CN" b="1" dirty="0" err="1">
                <a:solidFill>
                  <a:srgbClr val="0000FF"/>
                </a:solidFill>
                <a:latin typeface="Courier" charset="0"/>
                <a:ea typeface="Courier" charset="0"/>
                <a:cs typeface="Courier" charset="0"/>
              </a:rPr>
              <a:t>name</a:t>
            </a:r>
            <a:r>
              <a:rPr lang="en-US" altLang="zh-CN" b="1" dirty="0">
                <a:solidFill>
                  <a:srgbClr val="0000FF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altLang="zh-CN" b="1" dirty="0">
                <a:latin typeface="Courier" charset="0"/>
                <a:ea typeface="Courier" charset="0"/>
                <a:cs typeface="Courier" charset="0"/>
              </a:rPr>
              <a:t>}}&lt;/</a:t>
            </a:r>
            <a:r>
              <a:rPr lang="en-US" altLang="zh-CN" b="1" dirty="0">
                <a:solidFill>
                  <a:srgbClr val="000080"/>
                </a:solidFill>
                <a:latin typeface="Courier" charset="0"/>
                <a:ea typeface="Courier" charset="0"/>
                <a:cs typeface="Courier" charset="0"/>
              </a:rPr>
              <a:t>h1</a:t>
            </a:r>
            <a:r>
              <a:rPr lang="en-US" altLang="zh-CN" b="1" dirty="0">
                <a:latin typeface="Courier" charset="0"/>
                <a:ea typeface="Courier" charset="0"/>
                <a:cs typeface="Courier" charset="0"/>
              </a:rPr>
              <a:t>&gt;</a:t>
            </a:r>
            <a:br>
              <a:rPr lang="en-US" altLang="zh-CN" b="1" dirty="0">
                <a:latin typeface="Courier" charset="0"/>
                <a:ea typeface="Courier" charset="0"/>
                <a:cs typeface="Courier" charset="0"/>
              </a:rPr>
            </a:br>
            <a:r>
              <a:rPr lang="en-US" altLang="zh-CN" b="1" dirty="0">
                <a:latin typeface="Courier" charset="0"/>
                <a:ea typeface="Courier" charset="0"/>
                <a:cs typeface="Courier" charset="0"/>
              </a:rPr>
              <a:t>&lt;</a:t>
            </a:r>
            <a:r>
              <a:rPr lang="en-US" altLang="zh-CN" b="1" dirty="0">
                <a:solidFill>
                  <a:srgbClr val="000080"/>
                </a:solidFill>
                <a:latin typeface="Courier" charset="0"/>
                <a:ea typeface="Courier" charset="0"/>
                <a:cs typeface="Courier" charset="0"/>
              </a:rPr>
              <a:t>span</a:t>
            </a:r>
            <a:r>
              <a:rPr lang="en-US" altLang="zh-CN" b="1" dirty="0">
                <a:latin typeface="Courier" charset="0"/>
                <a:ea typeface="Courier" charset="0"/>
                <a:cs typeface="Courier" charset="0"/>
              </a:rPr>
              <a:t>&gt;</a:t>
            </a:r>
            <a:br>
              <a:rPr lang="en-US" altLang="zh-CN" b="1" dirty="0">
                <a:latin typeface="Courier" charset="0"/>
                <a:ea typeface="Courier" charset="0"/>
                <a:cs typeface="Courier" charset="0"/>
              </a:rPr>
            </a:br>
            <a:r>
              <a:rPr lang="en-US" altLang="zh-CN" b="1" dirty="0">
                <a:latin typeface="Courier" charset="0"/>
                <a:ea typeface="Courier" charset="0"/>
                <a:cs typeface="Courier" charset="0"/>
              </a:rPr>
              <a:t>    &lt;</a:t>
            </a:r>
            <a:r>
              <a:rPr lang="en-US" altLang="zh-CN" b="1" dirty="0">
                <a:solidFill>
                  <a:srgbClr val="000080"/>
                </a:solidFill>
                <a:latin typeface="Courier" charset="0"/>
                <a:ea typeface="Courier" charset="0"/>
                <a:cs typeface="Courier" charset="0"/>
              </a:rPr>
              <a:t>b</a:t>
            </a:r>
            <a:r>
              <a:rPr lang="en-US" altLang="zh-CN" b="1" dirty="0">
                <a:latin typeface="Courier" charset="0"/>
                <a:ea typeface="Courier" charset="0"/>
                <a:cs typeface="Courier" charset="0"/>
              </a:rPr>
              <a:t>&gt;Author:&lt;/</a:t>
            </a:r>
            <a:r>
              <a:rPr lang="en-US" altLang="zh-CN" b="1" dirty="0">
                <a:solidFill>
                  <a:srgbClr val="000080"/>
                </a:solidFill>
                <a:latin typeface="Courier" charset="0"/>
                <a:ea typeface="Courier" charset="0"/>
                <a:cs typeface="Courier" charset="0"/>
              </a:rPr>
              <a:t>b</a:t>
            </a:r>
            <a:r>
              <a:rPr lang="en-US" altLang="zh-CN" b="1" dirty="0">
                <a:latin typeface="Courier" charset="0"/>
                <a:ea typeface="Courier" charset="0"/>
                <a:cs typeface="Courier" charset="0"/>
              </a:rPr>
              <a:t>&gt; {{ </a:t>
            </a:r>
            <a:r>
              <a:rPr lang="en-US" altLang="zh-CN" b="1" dirty="0" err="1">
                <a:solidFill>
                  <a:srgbClr val="0000FF"/>
                </a:solidFill>
                <a:latin typeface="Courier" charset="0"/>
                <a:ea typeface="Courier" charset="0"/>
                <a:cs typeface="Courier" charset="0"/>
              </a:rPr>
              <a:t>object</a:t>
            </a:r>
            <a:r>
              <a:rPr lang="en-US" altLang="zh-CN" b="1" dirty="0" err="1">
                <a:latin typeface="Courier" charset="0"/>
                <a:ea typeface="Courier" charset="0"/>
                <a:cs typeface="Courier" charset="0"/>
              </a:rPr>
              <a:t>.</a:t>
            </a:r>
            <a:r>
              <a:rPr lang="en-US" altLang="zh-CN" b="1" dirty="0" err="1">
                <a:solidFill>
                  <a:srgbClr val="0000FF"/>
                </a:solidFill>
                <a:latin typeface="Courier" charset="0"/>
                <a:ea typeface="Courier" charset="0"/>
                <a:cs typeface="Courier" charset="0"/>
              </a:rPr>
              <a:t>author</a:t>
            </a:r>
            <a:r>
              <a:rPr lang="en-US" altLang="zh-CN" b="1" dirty="0">
                <a:solidFill>
                  <a:srgbClr val="0000FF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altLang="zh-CN" b="1" dirty="0">
                <a:latin typeface="Courier" charset="0"/>
                <a:ea typeface="Courier" charset="0"/>
                <a:cs typeface="Courier" charset="0"/>
              </a:rPr>
              <a:t>}}</a:t>
            </a:r>
            <a:br>
              <a:rPr lang="en-US" altLang="zh-CN" b="1" dirty="0">
                <a:latin typeface="Courier" charset="0"/>
                <a:ea typeface="Courier" charset="0"/>
                <a:cs typeface="Courier" charset="0"/>
              </a:rPr>
            </a:br>
            <a:r>
              <a:rPr lang="en-US" altLang="zh-CN" b="1" dirty="0">
                <a:latin typeface="Courier" charset="0"/>
                <a:ea typeface="Courier" charset="0"/>
                <a:cs typeface="Courier" charset="0"/>
              </a:rPr>
              <a:t>    &lt;</a:t>
            </a:r>
            <a:r>
              <a:rPr lang="en-US" altLang="zh-CN" b="1" dirty="0">
                <a:solidFill>
                  <a:srgbClr val="000080"/>
                </a:solidFill>
                <a:latin typeface="Courier" charset="0"/>
                <a:ea typeface="Courier" charset="0"/>
                <a:cs typeface="Courier" charset="0"/>
              </a:rPr>
              <a:t>b</a:t>
            </a:r>
            <a:r>
              <a:rPr lang="en-US" altLang="zh-CN" b="1" dirty="0">
                <a:latin typeface="Courier" charset="0"/>
                <a:ea typeface="Courier" charset="0"/>
                <a:cs typeface="Courier" charset="0"/>
              </a:rPr>
              <a:t>&gt;Publish by:&lt;/</a:t>
            </a:r>
            <a:r>
              <a:rPr lang="en-US" altLang="zh-CN" b="1" dirty="0">
                <a:solidFill>
                  <a:srgbClr val="000080"/>
                </a:solidFill>
                <a:latin typeface="Courier" charset="0"/>
                <a:ea typeface="Courier" charset="0"/>
                <a:cs typeface="Courier" charset="0"/>
              </a:rPr>
              <a:t>b</a:t>
            </a:r>
            <a:r>
              <a:rPr lang="en-US" altLang="zh-CN" b="1" dirty="0">
                <a:latin typeface="Courier" charset="0"/>
                <a:ea typeface="Courier" charset="0"/>
                <a:cs typeface="Courier" charset="0"/>
              </a:rPr>
              <a:t>&gt;{{ </a:t>
            </a:r>
            <a:r>
              <a:rPr lang="en-US" altLang="zh-CN" b="1" dirty="0" err="1">
                <a:solidFill>
                  <a:srgbClr val="0000FF"/>
                </a:solidFill>
                <a:latin typeface="Courier" charset="0"/>
                <a:ea typeface="Courier" charset="0"/>
                <a:cs typeface="Courier" charset="0"/>
              </a:rPr>
              <a:t>object</a:t>
            </a:r>
            <a:r>
              <a:rPr lang="en-US" altLang="zh-CN" b="1" dirty="0" err="1">
                <a:latin typeface="Courier" charset="0"/>
                <a:ea typeface="Courier" charset="0"/>
                <a:cs typeface="Courier" charset="0"/>
              </a:rPr>
              <a:t>.</a:t>
            </a:r>
            <a:r>
              <a:rPr lang="en-US" altLang="zh-CN" b="1" dirty="0" err="1">
                <a:solidFill>
                  <a:srgbClr val="0000FF"/>
                </a:solidFill>
                <a:latin typeface="Courier" charset="0"/>
                <a:ea typeface="Courier" charset="0"/>
                <a:cs typeface="Courier" charset="0"/>
              </a:rPr>
              <a:t>publisher</a:t>
            </a:r>
            <a:r>
              <a:rPr lang="en-US" altLang="zh-CN" b="1" dirty="0" err="1">
                <a:latin typeface="Courier" charset="0"/>
                <a:ea typeface="Courier" charset="0"/>
                <a:cs typeface="Courier" charset="0"/>
              </a:rPr>
              <a:t>.</a:t>
            </a:r>
            <a:r>
              <a:rPr lang="en-US" altLang="zh-CN" b="1" dirty="0" err="1">
                <a:solidFill>
                  <a:srgbClr val="0000FF"/>
                </a:solidFill>
                <a:latin typeface="Courier" charset="0"/>
                <a:ea typeface="Courier" charset="0"/>
                <a:cs typeface="Courier" charset="0"/>
              </a:rPr>
              <a:t>name</a:t>
            </a:r>
            <a:r>
              <a:rPr lang="en-US" altLang="zh-CN" b="1" dirty="0">
                <a:solidFill>
                  <a:srgbClr val="0000FF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altLang="zh-CN" b="1" dirty="0">
                <a:latin typeface="Courier" charset="0"/>
                <a:ea typeface="Courier" charset="0"/>
                <a:cs typeface="Courier" charset="0"/>
              </a:rPr>
              <a:t>}}</a:t>
            </a:r>
            <a:br>
              <a:rPr lang="en-US" altLang="zh-CN" b="1" dirty="0">
                <a:latin typeface="Courier" charset="0"/>
                <a:ea typeface="Courier" charset="0"/>
                <a:cs typeface="Courier" charset="0"/>
              </a:rPr>
            </a:br>
            <a:r>
              <a:rPr lang="en-US" altLang="zh-CN" b="1" dirty="0">
                <a:latin typeface="Courier" charset="0"/>
                <a:ea typeface="Courier" charset="0"/>
                <a:cs typeface="Courier" charset="0"/>
              </a:rPr>
              <a:t>    &lt;</a:t>
            </a:r>
            <a:r>
              <a:rPr lang="en-US" altLang="zh-CN" b="1" dirty="0">
                <a:solidFill>
                  <a:srgbClr val="000080"/>
                </a:solidFill>
                <a:latin typeface="Courier" charset="0"/>
                <a:ea typeface="Courier" charset="0"/>
                <a:cs typeface="Courier" charset="0"/>
              </a:rPr>
              <a:t>b</a:t>
            </a:r>
            <a:r>
              <a:rPr lang="en-US" altLang="zh-CN" b="1" dirty="0">
                <a:latin typeface="Courier" charset="0"/>
                <a:ea typeface="Courier" charset="0"/>
                <a:cs typeface="Courier" charset="0"/>
              </a:rPr>
              <a:t>&gt;Release at&lt;/</a:t>
            </a:r>
            <a:r>
              <a:rPr lang="en-US" altLang="zh-CN" b="1" dirty="0">
                <a:solidFill>
                  <a:srgbClr val="000080"/>
                </a:solidFill>
                <a:latin typeface="Courier" charset="0"/>
                <a:ea typeface="Courier" charset="0"/>
                <a:cs typeface="Courier" charset="0"/>
              </a:rPr>
              <a:t>b</a:t>
            </a:r>
            <a:r>
              <a:rPr lang="en-US" altLang="zh-CN" b="1" dirty="0">
                <a:latin typeface="Courier" charset="0"/>
                <a:ea typeface="Courier" charset="0"/>
                <a:cs typeface="Courier" charset="0"/>
              </a:rPr>
              <a:t>&gt;:{{ </a:t>
            </a:r>
            <a:r>
              <a:rPr lang="en-US" altLang="zh-CN" b="1" dirty="0" err="1">
                <a:solidFill>
                  <a:srgbClr val="0000FF"/>
                </a:solidFill>
                <a:latin typeface="Courier" charset="0"/>
                <a:ea typeface="Courier" charset="0"/>
                <a:cs typeface="Courier" charset="0"/>
              </a:rPr>
              <a:t>object</a:t>
            </a:r>
            <a:r>
              <a:rPr lang="en-US" altLang="zh-CN" b="1" dirty="0" err="1">
                <a:latin typeface="Courier" charset="0"/>
                <a:ea typeface="Courier" charset="0"/>
                <a:cs typeface="Courier" charset="0"/>
              </a:rPr>
              <a:t>.</a:t>
            </a:r>
            <a:r>
              <a:rPr lang="en-US" altLang="zh-CN" b="1" dirty="0" err="1">
                <a:solidFill>
                  <a:srgbClr val="0000FF"/>
                </a:solidFill>
                <a:latin typeface="Courier" charset="0"/>
                <a:ea typeface="Courier" charset="0"/>
                <a:cs typeface="Courier" charset="0"/>
              </a:rPr>
              <a:t>pub_year</a:t>
            </a:r>
            <a:r>
              <a:rPr lang="en-US" altLang="zh-CN" b="1" dirty="0">
                <a:solidFill>
                  <a:srgbClr val="0000FF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altLang="zh-CN" b="1" dirty="0">
                <a:latin typeface="Courier" charset="0"/>
                <a:ea typeface="Courier" charset="0"/>
                <a:cs typeface="Courier" charset="0"/>
              </a:rPr>
              <a:t>}}</a:t>
            </a:r>
            <a:br>
              <a:rPr lang="en-US" altLang="zh-CN" b="1" dirty="0">
                <a:latin typeface="Courier" charset="0"/>
                <a:ea typeface="Courier" charset="0"/>
                <a:cs typeface="Courier" charset="0"/>
              </a:rPr>
            </a:br>
            <a:r>
              <a:rPr lang="en-US" altLang="zh-CN" b="1" dirty="0">
                <a:latin typeface="Courier" charset="0"/>
                <a:ea typeface="Courier" charset="0"/>
                <a:cs typeface="Courier" charset="0"/>
              </a:rPr>
              <a:t>&lt;/</a:t>
            </a:r>
            <a:r>
              <a:rPr lang="en-US" altLang="zh-CN" b="1" dirty="0">
                <a:solidFill>
                  <a:srgbClr val="000080"/>
                </a:solidFill>
                <a:latin typeface="Courier" charset="0"/>
                <a:ea typeface="Courier" charset="0"/>
                <a:cs typeface="Courier" charset="0"/>
              </a:rPr>
              <a:t>span</a:t>
            </a:r>
            <a:r>
              <a:rPr lang="en-US" altLang="zh-CN" b="1" dirty="0">
                <a:latin typeface="Courier" charset="0"/>
                <a:ea typeface="Courier" charset="0"/>
                <a:cs typeface="Courier" charset="0"/>
              </a:rPr>
              <a:t>&gt;</a:t>
            </a:r>
            <a:br>
              <a:rPr lang="en-US" altLang="zh-CN" b="1" dirty="0">
                <a:latin typeface="Courier" charset="0"/>
                <a:ea typeface="Courier" charset="0"/>
                <a:cs typeface="Courier" charset="0"/>
              </a:rPr>
            </a:br>
            <a:r>
              <a:rPr lang="en-US" altLang="zh-CN" b="1" dirty="0">
                <a:latin typeface="Courier" charset="0"/>
                <a:ea typeface="Courier" charset="0"/>
                <a:cs typeface="Courier" charset="0"/>
              </a:rPr>
              <a:t>&lt;</a:t>
            </a:r>
            <a:r>
              <a:rPr lang="en-US" altLang="zh-CN" b="1" dirty="0">
                <a:solidFill>
                  <a:srgbClr val="000080"/>
                </a:solidFill>
                <a:latin typeface="Courier" charset="0"/>
                <a:ea typeface="Courier" charset="0"/>
                <a:cs typeface="Courier" charset="0"/>
              </a:rPr>
              <a:t>h2</a:t>
            </a:r>
            <a:r>
              <a:rPr lang="en-US" altLang="zh-CN" b="1" dirty="0">
                <a:latin typeface="Courier" charset="0"/>
                <a:ea typeface="Courier" charset="0"/>
                <a:cs typeface="Courier" charset="0"/>
              </a:rPr>
              <a:t>&gt;Introduction&lt;/</a:t>
            </a:r>
            <a:r>
              <a:rPr lang="en-US" altLang="zh-CN" b="1" dirty="0">
                <a:solidFill>
                  <a:srgbClr val="000080"/>
                </a:solidFill>
                <a:latin typeface="Courier" charset="0"/>
                <a:ea typeface="Courier" charset="0"/>
                <a:cs typeface="Courier" charset="0"/>
              </a:rPr>
              <a:t>h2</a:t>
            </a:r>
            <a:r>
              <a:rPr lang="en-US" altLang="zh-CN" b="1" dirty="0">
                <a:latin typeface="Courier" charset="0"/>
                <a:ea typeface="Courier" charset="0"/>
                <a:cs typeface="Courier" charset="0"/>
              </a:rPr>
              <a:t>&gt;</a:t>
            </a:r>
            <a:br>
              <a:rPr lang="en-US" altLang="zh-CN" b="1" dirty="0">
                <a:latin typeface="Courier" charset="0"/>
                <a:ea typeface="Courier" charset="0"/>
                <a:cs typeface="Courier" charset="0"/>
              </a:rPr>
            </a:br>
            <a:r>
              <a:rPr lang="en-US" altLang="zh-CN" b="1" dirty="0">
                <a:latin typeface="Courier" charset="0"/>
                <a:ea typeface="Courier" charset="0"/>
                <a:cs typeface="Courier" charset="0"/>
              </a:rPr>
              <a:t>&lt;</a:t>
            </a:r>
            <a:r>
              <a:rPr lang="en-US" altLang="zh-CN" b="1" dirty="0">
                <a:solidFill>
                  <a:srgbClr val="000080"/>
                </a:solidFill>
                <a:latin typeface="Courier" charset="0"/>
                <a:ea typeface="Courier" charset="0"/>
                <a:cs typeface="Courier" charset="0"/>
              </a:rPr>
              <a:t>div</a:t>
            </a:r>
            <a:r>
              <a:rPr lang="en-US" altLang="zh-CN" b="1" dirty="0">
                <a:latin typeface="Courier" charset="0"/>
                <a:ea typeface="Courier" charset="0"/>
                <a:cs typeface="Courier" charset="0"/>
              </a:rPr>
              <a:t>&gt;{{ </a:t>
            </a:r>
            <a:r>
              <a:rPr lang="en-US" altLang="zh-CN" b="1" dirty="0" err="1">
                <a:solidFill>
                  <a:srgbClr val="0000FF"/>
                </a:solidFill>
                <a:latin typeface="Courier" charset="0"/>
                <a:ea typeface="Courier" charset="0"/>
                <a:cs typeface="Courier" charset="0"/>
              </a:rPr>
              <a:t>object</a:t>
            </a:r>
            <a:r>
              <a:rPr lang="en-US" altLang="zh-CN" b="1" dirty="0" err="1">
                <a:latin typeface="Courier" charset="0"/>
                <a:ea typeface="Courier" charset="0"/>
                <a:cs typeface="Courier" charset="0"/>
              </a:rPr>
              <a:t>.</a:t>
            </a:r>
            <a:r>
              <a:rPr lang="en-US" altLang="zh-CN" b="1" dirty="0" err="1">
                <a:solidFill>
                  <a:srgbClr val="0000FF"/>
                </a:solidFill>
                <a:latin typeface="Courier" charset="0"/>
                <a:ea typeface="Courier" charset="0"/>
                <a:cs typeface="Courier" charset="0"/>
              </a:rPr>
              <a:t>intro</a:t>
            </a:r>
            <a:r>
              <a:rPr lang="en-US" altLang="zh-CN" b="1" dirty="0">
                <a:solidFill>
                  <a:srgbClr val="0000FF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altLang="zh-CN" b="1" dirty="0">
                <a:latin typeface="Courier" charset="0"/>
                <a:ea typeface="Courier" charset="0"/>
                <a:cs typeface="Courier" charset="0"/>
              </a:rPr>
              <a:t>}}&lt;/</a:t>
            </a:r>
            <a:r>
              <a:rPr lang="en-US" altLang="zh-CN" b="1" dirty="0">
                <a:solidFill>
                  <a:srgbClr val="000080"/>
                </a:solidFill>
                <a:latin typeface="Courier" charset="0"/>
                <a:ea typeface="Courier" charset="0"/>
                <a:cs typeface="Courier" charset="0"/>
              </a:rPr>
              <a:t>div</a:t>
            </a:r>
            <a:r>
              <a:rPr lang="en-US" altLang="zh-CN" b="1" dirty="0">
                <a:latin typeface="Courier" charset="0"/>
                <a:ea typeface="Courier" charset="0"/>
                <a:cs typeface="Courier" charset="0"/>
              </a:rPr>
              <a:t>&gt;</a:t>
            </a:r>
            <a:br>
              <a:rPr lang="en-US" altLang="zh-CN" b="1" dirty="0">
                <a:latin typeface="Courier" charset="0"/>
                <a:ea typeface="Courier" charset="0"/>
                <a:cs typeface="Courier" charset="0"/>
              </a:rPr>
            </a:br>
            <a:r>
              <a:rPr lang="en-US" altLang="zh-CN" b="1" dirty="0">
                <a:latin typeface="Courier" charset="0"/>
                <a:ea typeface="Courier" charset="0"/>
                <a:cs typeface="Courier" charset="0"/>
              </a:rPr>
              <a:t>&lt;/</a:t>
            </a:r>
            <a:r>
              <a:rPr lang="en-US" altLang="zh-CN" b="1" dirty="0">
                <a:solidFill>
                  <a:srgbClr val="000080"/>
                </a:solidFill>
                <a:latin typeface="Courier" charset="0"/>
                <a:ea typeface="Courier" charset="0"/>
                <a:cs typeface="Courier" charset="0"/>
              </a:rPr>
              <a:t>body</a:t>
            </a:r>
            <a:r>
              <a:rPr lang="en-US" altLang="zh-CN" b="1" dirty="0">
                <a:latin typeface="Courier" charset="0"/>
                <a:ea typeface="Courier" charset="0"/>
                <a:cs typeface="Courier" charset="0"/>
              </a:rPr>
              <a:t>&gt;</a:t>
            </a:r>
            <a:br>
              <a:rPr lang="en-US" altLang="zh-CN" b="1" dirty="0">
                <a:latin typeface="Courier" charset="0"/>
                <a:ea typeface="Courier" charset="0"/>
                <a:cs typeface="Courier" charset="0"/>
              </a:rPr>
            </a:br>
            <a:r>
              <a:rPr lang="en-US" altLang="zh-CN" b="1" dirty="0">
                <a:latin typeface="Courier" charset="0"/>
                <a:ea typeface="Courier" charset="0"/>
                <a:cs typeface="Courier" charset="0"/>
              </a:rPr>
              <a:t>&lt;/</a:t>
            </a:r>
            <a:r>
              <a:rPr lang="en-US" altLang="zh-CN" b="1" dirty="0">
                <a:solidFill>
                  <a:srgbClr val="000080"/>
                </a:solidFill>
                <a:latin typeface="Courier" charset="0"/>
                <a:ea typeface="Courier" charset="0"/>
                <a:cs typeface="Courier" charset="0"/>
              </a:rPr>
              <a:t>html</a:t>
            </a:r>
            <a:r>
              <a:rPr lang="en-US" altLang="zh-CN" b="1" dirty="0">
                <a:latin typeface="Courier" charset="0"/>
                <a:ea typeface="Courier" charset="0"/>
                <a:cs typeface="Courier" charset="0"/>
              </a:rPr>
              <a:t>&gt;</a:t>
            </a:r>
            <a:endParaRPr lang="zh-CN" altLang="en-US" b="1" dirty="0">
              <a:latin typeface="Courier" charset="0"/>
              <a:ea typeface="Courier" charset="0"/>
              <a:cs typeface="Courier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041303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 err="1"/>
              <a:t>DetailVIew</a:t>
            </a:r>
            <a:endParaRPr kumimoji="1" lang="zh-CN" altLang="en-US" dirty="0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800" y="2093976"/>
            <a:ext cx="7772400" cy="4709548"/>
          </a:xfrm>
        </p:spPr>
      </p:pic>
    </p:spTree>
    <p:extLst>
      <p:ext uri="{BB962C8B-B14F-4D97-AF65-F5344CB8AC3E}">
        <p14:creationId xmlns:p14="http://schemas.microsoft.com/office/powerpoint/2010/main" val="2152431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 err="1"/>
              <a:t>DetailVIew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85800" y="2093976"/>
            <a:ext cx="7772400" cy="4050792"/>
          </a:xfrm>
        </p:spPr>
        <p:txBody>
          <a:bodyPr>
            <a:normAutofit/>
          </a:bodyPr>
          <a:lstStyle/>
          <a:p>
            <a:r>
              <a:rPr kumimoji="1" lang="en-US" altLang="zh-CN" dirty="0" smtClean="0"/>
              <a:t>Methods:</a:t>
            </a:r>
            <a:endParaRPr kumimoji="1" lang="en-US" altLang="zh-CN" dirty="0"/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5178234"/>
              </p:ext>
            </p:extLst>
          </p:nvPr>
        </p:nvGraphicFramePr>
        <p:xfrm>
          <a:off x="685800" y="2822386"/>
          <a:ext cx="7772400" cy="2906060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3886200"/>
                <a:gridCol w="3886200"/>
              </a:tblGrid>
              <a:tr h="581212">
                <a:tc>
                  <a:txBody>
                    <a:bodyPr/>
                    <a:lstStyle/>
                    <a:p>
                      <a:r>
                        <a:rPr lang="en-US" altLang="zh-CN" sz="2200" b="1" dirty="0" smtClean="0">
                          <a:latin typeface="+mn-lt"/>
                        </a:rPr>
                        <a:t>dispatch()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200" b="1" dirty="0" err="1" smtClean="0">
                          <a:latin typeface="+mn-lt"/>
                        </a:rPr>
                        <a:t>http_method_not_allowed</a:t>
                      </a:r>
                      <a:r>
                        <a:rPr lang="en-US" altLang="zh-CN" sz="2200" b="1" dirty="0" smtClean="0">
                          <a:latin typeface="+mn-lt"/>
                        </a:rPr>
                        <a:t>()</a:t>
                      </a:r>
                    </a:p>
                  </a:txBody>
                  <a:tcPr/>
                </a:tc>
              </a:tr>
              <a:tr h="581212">
                <a:tc>
                  <a:txBody>
                    <a:bodyPr/>
                    <a:lstStyle/>
                    <a:p>
                      <a:r>
                        <a:rPr lang="en-US" altLang="zh-CN" sz="2200" b="1" dirty="0" err="1" smtClean="0">
                          <a:latin typeface="+mn-lt"/>
                        </a:rPr>
                        <a:t>get_template_names</a:t>
                      </a:r>
                      <a:r>
                        <a:rPr lang="en-US" altLang="zh-CN" sz="2200" b="1" dirty="0" smtClean="0">
                          <a:latin typeface="+mn-lt"/>
                        </a:rPr>
                        <a:t>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200" b="1" dirty="0" err="1" smtClean="0">
                          <a:latin typeface="+mn-lt"/>
                        </a:rPr>
                        <a:t>get_slug_field</a:t>
                      </a:r>
                      <a:r>
                        <a:rPr lang="en-US" altLang="zh-CN" sz="2200" b="1" dirty="0" smtClean="0">
                          <a:latin typeface="+mn-lt"/>
                        </a:rPr>
                        <a:t>()</a:t>
                      </a:r>
                    </a:p>
                  </a:txBody>
                  <a:tcPr/>
                </a:tc>
              </a:tr>
              <a:tr h="581212">
                <a:tc>
                  <a:txBody>
                    <a:bodyPr/>
                    <a:lstStyle/>
                    <a:p>
                      <a:r>
                        <a:rPr lang="en-US" altLang="zh-CN" sz="2200" b="1" dirty="0" err="1" smtClean="0">
                          <a:latin typeface="+mn-lt"/>
                        </a:rPr>
                        <a:t>get_queryset</a:t>
                      </a:r>
                      <a:r>
                        <a:rPr lang="en-US" altLang="zh-CN" sz="2200" b="1" dirty="0" smtClean="0">
                          <a:latin typeface="+mn-lt"/>
                        </a:rPr>
                        <a:t>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200" b="1" dirty="0" err="1" smtClean="0">
                          <a:latin typeface="+mn-lt"/>
                        </a:rPr>
                        <a:t>get_object</a:t>
                      </a:r>
                      <a:r>
                        <a:rPr lang="en-US" altLang="zh-CN" sz="2200" b="1" dirty="0" smtClean="0">
                          <a:latin typeface="+mn-lt"/>
                        </a:rPr>
                        <a:t>()</a:t>
                      </a:r>
                    </a:p>
                  </a:txBody>
                  <a:tcPr/>
                </a:tc>
              </a:tr>
              <a:tr h="581212">
                <a:tc>
                  <a:txBody>
                    <a:bodyPr/>
                    <a:lstStyle/>
                    <a:p>
                      <a:r>
                        <a:rPr lang="en-US" altLang="zh-CN" sz="2200" b="1" dirty="0" err="1" smtClean="0">
                          <a:latin typeface="+mn-lt"/>
                        </a:rPr>
                        <a:t>get_context_object_name</a:t>
                      </a:r>
                      <a:r>
                        <a:rPr lang="en-US" altLang="zh-CN" sz="2200" b="1" dirty="0" smtClean="0">
                          <a:latin typeface="+mn-lt"/>
                        </a:rPr>
                        <a:t>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200" b="1" dirty="0" err="1" smtClean="0">
                          <a:latin typeface="+mn-lt"/>
                        </a:rPr>
                        <a:t>get_context_data</a:t>
                      </a:r>
                      <a:r>
                        <a:rPr lang="en-US" altLang="zh-CN" sz="2200" b="1" dirty="0" smtClean="0">
                          <a:latin typeface="+mn-lt"/>
                        </a:rPr>
                        <a:t>()</a:t>
                      </a:r>
                    </a:p>
                  </a:txBody>
                  <a:tcPr/>
                </a:tc>
              </a:tr>
              <a:tr h="581212">
                <a:tc>
                  <a:txBody>
                    <a:bodyPr/>
                    <a:lstStyle/>
                    <a:p>
                      <a:r>
                        <a:rPr lang="mr-IN" altLang="zh-CN" sz="2200" b="1" dirty="0" err="1" smtClean="0">
                          <a:latin typeface="+mn-lt"/>
                        </a:rPr>
                        <a:t>get</a:t>
                      </a:r>
                      <a:r>
                        <a:rPr lang="mr-IN" altLang="zh-CN" sz="2200" b="1" dirty="0" smtClean="0">
                          <a:latin typeface="+mn-lt"/>
                        </a:rPr>
                        <a:t>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200" b="1" dirty="0" err="1" smtClean="0">
                          <a:latin typeface="+mn-lt"/>
                        </a:rPr>
                        <a:t>render_to_response</a:t>
                      </a:r>
                      <a:r>
                        <a:rPr lang="en-US" altLang="zh-CN" sz="2200" b="1" dirty="0" smtClean="0">
                          <a:latin typeface="+mn-lt"/>
                        </a:rPr>
                        <a:t>()</a:t>
                      </a: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293453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 err="1"/>
              <a:t>DetailVIew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dirty="0" err="1" smtClean="0"/>
              <a:t>get_context_date</a:t>
            </a:r>
            <a:r>
              <a:rPr lang="en-US" altLang="zh-CN" dirty="0" smtClean="0"/>
              <a:t>()</a:t>
            </a:r>
          </a:p>
          <a:p>
            <a:pPr lvl="1"/>
            <a:r>
              <a:rPr lang="en-US" altLang="zh-CN" dirty="0" smtClean="0"/>
              <a:t>Returns </a:t>
            </a:r>
            <a:r>
              <a:rPr lang="en-US" altLang="zh-CN" dirty="0"/>
              <a:t>context data for displaying the object</a:t>
            </a:r>
            <a:r>
              <a:rPr lang="en-US" altLang="zh-CN" dirty="0" smtClean="0"/>
              <a:t>.</a:t>
            </a:r>
          </a:p>
          <a:p>
            <a:r>
              <a:rPr lang="en-US" altLang="zh-CN" dirty="0"/>
              <a:t>It returns a dictionary with these contents:</a:t>
            </a:r>
          </a:p>
          <a:p>
            <a:pPr lvl="1"/>
            <a:r>
              <a:rPr lang="en-US" altLang="zh-CN" dirty="0">
                <a:solidFill>
                  <a:srgbClr val="0070C0"/>
                </a:solidFill>
              </a:rPr>
              <a:t>object</a:t>
            </a:r>
            <a:r>
              <a:rPr lang="en-US" altLang="zh-CN" dirty="0"/>
              <a:t>: The object that this view is displaying (</a:t>
            </a:r>
            <a:r>
              <a:rPr lang="en-US" altLang="zh-CN" dirty="0" err="1"/>
              <a:t>self.object</a:t>
            </a:r>
            <a:r>
              <a:rPr lang="en-US" altLang="zh-CN" dirty="0"/>
              <a:t>).</a:t>
            </a:r>
          </a:p>
          <a:p>
            <a:pPr lvl="1"/>
            <a:r>
              <a:rPr lang="en-US" altLang="zh-CN" dirty="0" err="1">
                <a:solidFill>
                  <a:srgbClr val="0070C0"/>
                </a:solidFill>
              </a:rPr>
              <a:t>context_object_name</a:t>
            </a:r>
            <a:r>
              <a:rPr lang="en-US" altLang="zh-CN" dirty="0"/>
              <a:t>: </a:t>
            </a:r>
            <a:r>
              <a:rPr lang="en-US" altLang="zh-CN" dirty="0" err="1"/>
              <a:t>self.object</a:t>
            </a:r>
            <a:r>
              <a:rPr lang="en-US" altLang="zh-CN" dirty="0"/>
              <a:t> will also be stored under the name returned by get_context_object_name(), which defaults to the lowercased version of the model name</a:t>
            </a:r>
            <a:r>
              <a:rPr lang="en-US" altLang="zh-CN" dirty="0" smtClean="0"/>
              <a:t>.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557357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 err="1"/>
              <a:t>DetailVIew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 smtClean="0"/>
              <a:t>In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default</a:t>
            </a:r>
            <a:endParaRPr kumimoji="1"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685800" y="2869531"/>
            <a:ext cx="7772400" cy="3738844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b="1" dirty="0">
                <a:solidFill>
                  <a:srgbClr val="000080"/>
                </a:solidFill>
                <a:latin typeface="Courier" charset="0"/>
                <a:ea typeface="Courier" charset="0"/>
                <a:cs typeface="Courier" charset="0"/>
              </a:rPr>
              <a:t>class </a:t>
            </a:r>
            <a:r>
              <a:rPr lang="en-US" altLang="zh-CN" sz="2000" b="1" dirty="0" err="1">
                <a:latin typeface="Courier" charset="0"/>
                <a:ea typeface="Courier" charset="0"/>
                <a:cs typeface="Courier" charset="0"/>
              </a:rPr>
              <a:t>BookDetail</a:t>
            </a:r>
            <a:r>
              <a:rPr lang="en-US" altLang="zh-CN" sz="2000" b="1" dirty="0">
                <a:latin typeface="Courier" charset="0"/>
                <a:ea typeface="Courier" charset="0"/>
                <a:cs typeface="Courier" charset="0"/>
              </a:rPr>
              <a:t>(</a:t>
            </a:r>
            <a:r>
              <a:rPr lang="en-US" altLang="zh-CN" sz="2000" b="1" dirty="0" err="1">
                <a:latin typeface="Courier" charset="0"/>
                <a:ea typeface="Courier" charset="0"/>
                <a:cs typeface="Courier" charset="0"/>
              </a:rPr>
              <a:t>DetailView</a:t>
            </a:r>
            <a:r>
              <a:rPr lang="en-US" altLang="zh-CN" sz="2000" b="1" dirty="0">
                <a:latin typeface="Courier" charset="0"/>
                <a:ea typeface="Courier" charset="0"/>
                <a:cs typeface="Courier" charset="0"/>
              </a:rPr>
              <a:t>):</a:t>
            </a:r>
            <a:br>
              <a:rPr lang="en-US" altLang="zh-CN" sz="2000" b="1" dirty="0">
                <a:latin typeface="Courier" charset="0"/>
                <a:ea typeface="Courier" charset="0"/>
                <a:cs typeface="Courier" charset="0"/>
              </a:rPr>
            </a:br>
            <a:r>
              <a:rPr lang="en-US" altLang="zh-CN" sz="2000" b="1" dirty="0">
                <a:latin typeface="Courier" charset="0"/>
                <a:ea typeface="Courier" charset="0"/>
                <a:cs typeface="Courier" charset="0"/>
              </a:rPr>
              <a:t>    model = Book</a:t>
            </a:r>
            <a:br>
              <a:rPr lang="en-US" altLang="zh-CN" sz="2000" b="1" dirty="0">
                <a:latin typeface="Courier" charset="0"/>
                <a:ea typeface="Courier" charset="0"/>
                <a:cs typeface="Courier" charset="0"/>
              </a:rPr>
            </a:br>
            <a:r>
              <a:rPr lang="en-US" altLang="zh-CN" sz="2000" b="1" dirty="0">
                <a:latin typeface="Courier" charset="0"/>
                <a:ea typeface="Courier" charset="0"/>
                <a:cs typeface="Courier" charset="0"/>
              </a:rPr>
              <a:t>    </a:t>
            </a:r>
            <a:r>
              <a:rPr lang="en-US" altLang="zh-CN" sz="2000" b="1" dirty="0" err="1">
                <a:latin typeface="Courier" charset="0"/>
                <a:ea typeface="Courier" charset="0"/>
                <a:cs typeface="Courier" charset="0"/>
              </a:rPr>
              <a:t>template_name</a:t>
            </a:r>
            <a:r>
              <a:rPr lang="en-US" altLang="zh-CN" sz="2000" b="1" dirty="0">
                <a:latin typeface="Courier" charset="0"/>
                <a:ea typeface="Courier" charset="0"/>
                <a:cs typeface="Courier" charset="0"/>
              </a:rPr>
              <a:t> = </a:t>
            </a:r>
            <a:r>
              <a:rPr lang="en-US" altLang="zh-CN" sz="2000" b="1" dirty="0">
                <a:solidFill>
                  <a:srgbClr val="008080"/>
                </a:solidFill>
                <a:latin typeface="Courier" charset="0"/>
                <a:ea typeface="Courier" charset="0"/>
                <a:cs typeface="Courier" charset="0"/>
              </a:rPr>
              <a:t>'</a:t>
            </a:r>
            <a:r>
              <a:rPr lang="en-US" altLang="zh-CN" sz="2000" b="1" dirty="0" err="1">
                <a:solidFill>
                  <a:srgbClr val="008080"/>
                </a:solidFill>
                <a:latin typeface="Courier" charset="0"/>
                <a:ea typeface="Courier" charset="0"/>
                <a:cs typeface="Courier" charset="0"/>
              </a:rPr>
              <a:t>detail.html</a:t>
            </a:r>
            <a:r>
              <a:rPr lang="en-US" altLang="zh-CN" sz="2000" b="1" dirty="0">
                <a:solidFill>
                  <a:srgbClr val="008080"/>
                </a:solidFill>
                <a:latin typeface="Courier" charset="0"/>
                <a:ea typeface="Courier" charset="0"/>
                <a:cs typeface="Courier" charset="0"/>
              </a:rPr>
              <a:t>'</a:t>
            </a:r>
            <a:br>
              <a:rPr lang="en-US" altLang="zh-CN" sz="2000" b="1" dirty="0">
                <a:solidFill>
                  <a:srgbClr val="008080"/>
                </a:solidFill>
                <a:latin typeface="Courier" charset="0"/>
                <a:ea typeface="Courier" charset="0"/>
                <a:cs typeface="Courier" charset="0"/>
              </a:rPr>
            </a:br>
            <a:r>
              <a:rPr lang="en-US" altLang="zh-CN" sz="2000" b="1" dirty="0">
                <a:solidFill>
                  <a:srgbClr val="008080"/>
                </a:solidFill>
                <a:latin typeface="Courier" charset="0"/>
                <a:ea typeface="Courier" charset="0"/>
                <a:cs typeface="Courier" charset="0"/>
              </a:rPr>
              <a:t/>
            </a:r>
            <a:br>
              <a:rPr lang="en-US" altLang="zh-CN" sz="2000" b="1" dirty="0">
                <a:solidFill>
                  <a:srgbClr val="008080"/>
                </a:solidFill>
                <a:latin typeface="Courier" charset="0"/>
                <a:ea typeface="Courier" charset="0"/>
                <a:cs typeface="Courier" charset="0"/>
              </a:rPr>
            </a:br>
            <a:r>
              <a:rPr lang="en-US" altLang="zh-CN" sz="2000" b="1" dirty="0">
                <a:solidFill>
                  <a:srgbClr val="008080"/>
                </a:solidFill>
                <a:latin typeface="Courier" charset="0"/>
                <a:ea typeface="Courier" charset="0"/>
                <a:cs typeface="Courier" charset="0"/>
              </a:rPr>
              <a:t>    </a:t>
            </a:r>
            <a:r>
              <a:rPr lang="en-US" altLang="zh-CN" sz="2000" b="1" dirty="0">
                <a:solidFill>
                  <a:srgbClr val="000080"/>
                </a:solidFill>
                <a:latin typeface="Courier" charset="0"/>
                <a:ea typeface="Courier" charset="0"/>
                <a:cs typeface="Courier" charset="0"/>
              </a:rPr>
              <a:t>def </a:t>
            </a:r>
            <a:r>
              <a:rPr lang="en-US" altLang="zh-CN" sz="2000" b="1" dirty="0" err="1">
                <a:latin typeface="Courier" charset="0"/>
                <a:ea typeface="Courier" charset="0"/>
                <a:cs typeface="Courier" charset="0"/>
              </a:rPr>
              <a:t>get_context_data</a:t>
            </a:r>
            <a:r>
              <a:rPr lang="en-US" altLang="zh-CN" sz="2000" b="1" dirty="0">
                <a:latin typeface="Courier" charset="0"/>
                <a:ea typeface="Courier" charset="0"/>
                <a:cs typeface="Courier" charset="0"/>
              </a:rPr>
              <a:t>(</a:t>
            </a:r>
            <a:r>
              <a:rPr lang="en-US" altLang="zh-CN" sz="2000" b="1" dirty="0">
                <a:solidFill>
                  <a:srgbClr val="94558D"/>
                </a:solidFill>
                <a:latin typeface="Courier" charset="0"/>
                <a:ea typeface="Courier" charset="0"/>
                <a:cs typeface="Courier" charset="0"/>
              </a:rPr>
              <a:t>self</a:t>
            </a:r>
            <a:r>
              <a:rPr lang="en-US" altLang="zh-CN" sz="2000" b="1" dirty="0">
                <a:latin typeface="Courier" charset="0"/>
                <a:ea typeface="Courier" charset="0"/>
                <a:cs typeface="Courier" charset="0"/>
              </a:rPr>
              <a:t>, **</a:t>
            </a:r>
            <a:r>
              <a:rPr lang="en-US" altLang="zh-CN" sz="2000" b="1" dirty="0" err="1">
                <a:latin typeface="Courier" charset="0"/>
                <a:ea typeface="Courier" charset="0"/>
                <a:cs typeface="Courier" charset="0"/>
              </a:rPr>
              <a:t>kwargs</a:t>
            </a:r>
            <a:r>
              <a:rPr lang="en-US" altLang="zh-CN" sz="2000" b="1" dirty="0">
                <a:latin typeface="Courier" charset="0"/>
                <a:ea typeface="Courier" charset="0"/>
                <a:cs typeface="Courier" charset="0"/>
              </a:rPr>
              <a:t>):</a:t>
            </a:r>
            <a:br>
              <a:rPr lang="en-US" altLang="zh-CN" sz="2000" b="1" dirty="0">
                <a:latin typeface="Courier" charset="0"/>
                <a:ea typeface="Courier" charset="0"/>
                <a:cs typeface="Courier" charset="0"/>
              </a:rPr>
            </a:br>
            <a:r>
              <a:rPr lang="en-US" altLang="zh-CN" sz="2000" b="1" dirty="0">
                <a:latin typeface="Courier" charset="0"/>
                <a:ea typeface="Courier" charset="0"/>
                <a:cs typeface="Courier" charset="0"/>
              </a:rPr>
              <a:t>        context = </a:t>
            </a:r>
            <a:r>
              <a:rPr lang="en-US" altLang="zh-CN" sz="2000" b="1" dirty="0">
                <a:solidFill>
                  <a:srgbClr val="000080"/>
                </a:solidFill>
                <a:latin typeface="Courier" charset="0"/>
                <a:ea typeface="Courier" charset="0"/>
                <a:cs typeface="Courier" charset="0"/>
              </a:rPr>
              <a:t>super</a:t>
            </a:r>
            <a:r>
              <a:rPr lang="en-US" altLang="zh-CN" sz="2000" b="1" dirty="0">
                <a:latin typeface="Courier" charset="0"/>
                <a:ea typeface="Courier" charset="0"/>
                <a:cs typeface="Courier" charset="0"/>
              </a:rPr>
              <a:t>(</a:t>
            </a:r>
            <a:r>
              <a:rPr lang="en-US" altLang="zh-CN" sz="2000" b="1" dirty="0" err="1">
                <a:latin typeface="Courier" charset="0"/>
                <a:ea typeface="Courier" charset="0"/>
                <a:cs typeface="Courier" charset="0"/>
              </a:rPr>
              <a:t>BookDetail</a:t>
            </a:r>
            <a:r>
              <a:rPr lang="en-US" altLang="zh-CN" sz="2000" b="1" dirty="0">
                <a:latin typeface="Courier" charset="0"/>
                <a:ea typeface="Courier" charset="0"/>
                <a:cs typeface="Courier" charset="0"/>
              </a:rPr>
              <a:t>, </a:t>
            </a:r>
            <a:r>
              <a:rPr lang="en-US" altLang="zh-CN" sz="2000" b="1" dirty="0">
                <a:solidFill>
                  <a:srgbClr val="94558D"/>
                </a:solidFill>
                <a:latin typeface="Courier" charset="0"/>
                <a:ea typeface="Courier" charset="0"/>
                <a:cs typeface="Courier" charset="0"/>
              </a:rPr>
              <a:t>self</a:t>
            </a:r>
            <a:r>
              <a:rPr lang="en-US" altLang="zh-CN" sz="2000" b="1" dirty="0">
                <a:latin typeface="Courier" charset="0"/>
                <a:ea typeface="Courier" charset="0"/>
                <a:cs typeface="Courier" charset="0"/>
              </a:rPr>
              <a:t>).</a:t>
            </a:r>
            <a:r>
              <a:rPr lang="en-US" altLang="zh-CN" sz="2000" b="1" dirty="0" err="1">
                <a:latin typeface="Courier" charset="0"/>
                <a:ea typeface="Courier" charset="0"/>
                <a:cs typeface="Courier" charset="0"/>
              </a:rPr>
              <a:t>get_context_data</a:t>
            </a:r>
            <a:r>
              <a:rPr lang="en-US" altLang="zh-CN" sz="2000" b="1" dirty="0">
                <a:latin typeface="Courier" charset="0"/>
                <a:ea typeface="Courier" charset="0"/>
                <a:cs typeface="Courier" charset="0"/>
              </a:rPr>
              <a:t>(**</a:t>
            </a:r>
            <a:r>
              <a:rPr lang="en-US" altLang="zh-CN" sz="2000" b="1" dirty="0" err="1">
                <a:latin typeface="Courier" charset="0"/>
                <a:ea typeface="Courier" charset="0"/>
                <a:cs typeface="Courier" charset="0"/>
              </a:rPr>
              <a:t>kwargs</a:t>
            </a:r>
            <a:r>
              <a:rPr lang="en-US" altLang="zh-CN" sz="2000" b="1" dirty="0">
                <a:latin typeface="Courier" charset="0"/>
                <a:ea typeface="Courier" charset="0"/>
                <a:cs typeface="Courier" charset="0"/>
              </a:rPr>
              <a:t>)</a:t>
            </a:r>
            <a:br>
              <a:rPr lang="en-US" altLang="zh-CN" sz="2000" b="1" dirty="0">
                <a:latin typeface="Courier" charset="0"/>
                <a:ea typeface="Courier" charset="0"/>
                <a:cs typeface="Courier" charset="0"/>
              </a:rPr>
            </a:br>
            <a:r>
              <a:rPr lang="en-US" altLang="zh-CN" sz="2000" b="1" dirty="0">
                <a:latin typeface="Courier" charset="0"/>
                <a:ea typeface="Courier" charset="0"/>
                <a:cs typeface="Courier" charset="0"/>
              </a:rPr>
              <a:t>        </a:t>
            </a:r>
            <a:r>
              <a:rPr lang="en-US" altLang="zh-CN" sz="2000" b="1" dirty="0">
                <a:solidFill>
                  <a:srgbClr val="000080"/>
                </a:solidFill>
                <a:latin typeface="Courier" charset="0"/>
                <a:ea typeface="Courier" charset="0"/>
                <a:cs typeface="Courier" charset="0"/>
              </a:rPr>
              <a:t>return </a:t>
            </a:r>
            <a:r>
              <a:rPr lang="en-US" altLang="zh-CN" sz="2000" b="1" dirty="0">
                <a:latin typeface="Courier" charset="0"/>
                <a:ea typeface="Courier" charset="0"/>
                <a:cs typeface="Courier" charset="0"/>
              </a:rPr>
              <a:t>context</a:t>
            </a:r>
            <a:endParaRPr lang="zh-CN" altLang="en-US" sz="2000" b="1" dirty="0">
              <a:latin typeface="Courier" charset="0"/>
              <a:ea typeface="Courier" charset="0"/>
              <a:cs typeface="Courier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000769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 err="1"/>
              <a:t>DetailVIew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 smtClean="0"/>
              <a:t>If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we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want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to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passing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extra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field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to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template,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we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can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write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like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below: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(passing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now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to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template)</a:t>
            </a:r>
            <a:endParaRPr kumimoji="1"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685800" y="3373469"/>
            <a:ext cx="7772400" cy="2862322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</p:spPr>
        <p:txBody>
          <a:bodyPr wrap="square">
            <a:spAutoFit/>
          </a:bodyPr>
          <a:lstStyle/>
          <a:p>
            <a:r>
              <a:rPr lang="en-US" altLang="zh-CN" sz="2000" b="1" dirty="0">
                <a:solidFill>
                  <a:srgbClr val="000080"/>
                </a:solidFill>
                <a:latin typeface="Courier" charset="0"/>
                <a:ea typeface="Courier" charset="0"/>
                <a:cs typeface="Courier" charset="0"/>
              </a:rPr>
              <a:t>class </a:t>
            </a:r>
            <a:r>
              <a:rPr lang="en-US" altLang="zh-CN" sz="2000" b="1" dirty="0" err="1">
                <a:latin typeface="Courier" charset="0"/>
                <a:ea typeface="Courier" charset="0"/>
                <a:cs typeface="Courier" charset="0"/>
              </a:rPr>
              <a:t>BookDetail</a:t>
            </a:r>
            <a:r>
              <a:rPr lang="en-US" altLang="zh-CN" sz="2000" b="1" dirty="0">
                <a:latin typeface="Courier" charset="0"/>
                <a:ea typeface="Courier" charset="0"/>
                <a:cs typeface="Courier" charset="0"/>
              </a:rPr>
              <a:t>(</a:t>
            </a:r>
            <a:r>
              <a:rPr lang="en-US" altLang="zh-CN" sz="2000" b="1" dirty="0" err="1">
                <a:latin typeface="Courier" charset="0"/>
                <a:ea typeface="Courier" charset="0"/>
                <a:cs typeface="Courier" charset="0"/>
              </a:rPr>
              <a:t>DetailView</a:t>
            </a:r>
            <a:r>
              <a:rPr lang="en-US" altLang="zh-CN" sz="2000" b="1" dirty="0">
                <a:latin typeface="Courier" charset="0"/>
                <a:ea typeface="Courier" charset="0"/>
                <a:cs typeface="Courier" charset="0"/>
              </a:rPr>
              <a:t>):</a:t>
            </a:r>
            <a:br>
              <a:rPr lang="en-US" altLang="zh-CN" sz="2000" b="1" dirty="0">
                <a:latin typeface="Courier" charset="0"/>
                <a:ea typeface="Courier" charset="0"/>
                <a:cs typeface="Courier" charset="0"/>
              </a:rPr>
            </a:br>
            <a:r>
              <a:rPr lang="en-US" altLang="zh-CN" sz="2000" b="1" dirty="0">
                <a:latin typeface="Courier" charset="0"/>
                <a:ea typeface="Courier" charset="0"/>
                <a:cs typeface="Courier" charset="0"/>
              </a:rPr>
              <a:t>    model = Book</a:t>
            </a:r>
            <a:br>
              <a:rPr lang="en-US" altLang="zh-CN" sz="2000" b="1" dirty="0">
                <a:latin typeface="Courier" charset="0"/>
                <a:ea typeface="Courier" charset="0"/>
                <a:cs typeface="Courier" charset="0"/>
              </a:rPr>
            </a:br>
            <a:r>
              <a:rPr lang="en-US" altLang="zh-CN" sz="2000" b="1" dirty="0">
                <a:latin typeface="Courier" charset="0"/>
                <a:ea typeface="Courier" charset="0"/>
                <a:cs typeface="Courier" charset="0"/>
              </a:rPr>
              <a:t>    </a:t>
            </a:r>
            <a:r>
              <a:rPr lang="en-US" altLang="zh-CN" sz="2000" b="1" dirty="0" err="1">
                <a:latin typeface="Courier" charset="0"/>
                <a:ea typeface="Courier" charset="0"/>
                <a:cs typeface="Courier" charset="0"/>
              </a:rPr>
              <a:t>template_name</a:t>
            </a:r>
            <a:r>
              <a:rPr lang="en-US" altLang="zh-CN" sz="2000" b="1" dirty="0">
                <a:latin typeface="Courier" charset="0"/>
                <a:ea typeface="Courier" charset="0"/>
                <a:cs typeface="Courier" charset="0"/>
              </a:rPr>
              <a:t> = </a:t>
            </a:r>
            <a:r>
              <a:rPr lang="en-US" altLang="zh-CN" sz="2000" b="1" dirty="0">
                <a:solidFill>
                  <a:srgbClr val="008080"/>
                </a:solidFill>
                <a:latin typeface="Courier" charset="0"/>
                <a:ea typeface="Courier" charset="0"/>
                <a:cs typeface="Courier" charset="0"/>
              </a:rPr>
              <a:t>'</a:t>
            </a:r>
            <a:r>
              <a:rPr lang="en-US" altLang="zh-CN" sz="2000" b="1" dirty="0" err="1">
                <a:solidFill>
                  <a:srgbClr val="008080"/>
                </a:solidFill>
                <a:latin typeface="Courier" charset="0"/>
                <a:ea typeface="Courier" charset="0"/>
                <a:cs typeface="Courier" charset="0"/>
              </a:rPr>
              <a:t>detail.html</a:t>
            </a:r>
            <a:r>
              <a:rPr lang="en-US" altLang="zh-CN" sz="2000" b="1" dirty="0">
                <a:solidFill>
                  <a:srgbClr val="008080"/>
                </a:solidFill>
                <a:latin typeface="Courier" charset="0"/>
                <a:ea typeface="Courier" charset="0"/>
                <a:cs typeface="Courier" charset="0"/>
              </a:rPr>
              <a:t>'</a:t>
            </a:r>
            <a:br>
              <a:rPr lang="en-US" altLang="zh-CN" sz="2000" b="1" dirty="0">
                <a:solidFill>
                  <a:srgbClr val="008080"/>
                </a:solidFill>
                <a:latin typeface="Courier" charset="0"/>
                <a:ea typeface="Courier" charset="0"/>
                <a:cs typeface="Courier" charset="0"/>
              </a:rPr>
            </a:br>
            <a:r>
              <a:rPr lang="en-US" altLang="zh-CN" sz="2000" b="1" dirty="0">
                <a:solidFill>
                  <a:srgbClr val="008080"/>
                </a:solidFill>
                <a:latin typeface="Courier" charset="0"/>
                <a:ea typeface="Courier" charset="0"/>
                <a:cs typeface="Courier" charset="0"/>
              </a:rPr>
              <a:t/>
            </a:r>
            <a:br>
              <a:rPr lang="en-US" altLang="zh-CN" sz="2000" b="1" dirty="0">
                <a:solidFill>
                  <a:srgbClr val="008080"/>
                </a:solidFill>
                <a:latin typeface="Courier" charset="0"/>
                <a:ea typeface="Courier" charset="0"/>
                <a:cs typeface="Courier" charset="0"/>
              </a:rPr>
            </a:br>
            <a:r>
              <a:rPr lang="en-US" altLang="zh-CN" sz="2000" b="1" dirty="0">
                <a:solidFill>
                  <a:srgbClr val="008080"/>
                </a:solidFill>
                <a:latin typeface="Courier" charset="0"/>
                <a:ea typeface="Courier" charset="0"/>
                <a:cs typeface="Courier" charset="0"/>
              </a:rPr>
              <a:t>    </a:t>
            </a:r>
            <a:r>
              <a:rPr lang="en-US" altLang="zh-CN" sz="2000" b="1" dirty="0">
                <a:solidFill>
                  <a:srgbClr val="000080"/>
                </a:solidFill>
                <a:latin typeface="Courier" charset="0"/>
                <a:ea typeface="Courier" charset="0"/>
                <a:cs typeface="Courier" charset="0"/>
              </a:rPr>
              <a:t>def </a:t>
            </a:r>
            <a:r>
              <a:rPr lang="en-US" altLang="zh-CN" sz="2000" b="1" dirty="0" err="1">
                <a:latin typeface="Courier" charset="0"/>
                <a:ea typeface="Courier" charset="0"/>
                <a:cs typeface="Courier" charset="0"/>
              </a:rPr>
              <a:t>get_context_data</a:t>
            </a:r>
            <a:r>
              <a:rPr lang="en-US" altLang="zh-CN" sz="2000" b="1" dirty="0">
                <a:latin typeface="Courier" charset="0"/>
                <a:ea typeface="Courier" charset="0"/>
                <a:cs typeface="Courier" charset="0"/>
              </a:rPr>
              <a:t>(</a:t>
            </a:r>
            <a:r>
              <a:rPr lang="en-US" altLang="zh-CN" sz="2000" b="1" dirty="0">
                <a:solidFill>
                  <a:srgbClr val="94558D"/>
                </a:solidFill>
                <a:latin typeface="Courier" charset="0"/>
                <a:ea typeface="Courier" charset="0"/>
                <a:cs typeface="Courier" charset="0"/>
              </a:rPr>
              <a:t>self</a:t>
            </a:r>
            <a:r>
              <a:rPr lang="en-US" altLang="zh-CN" sz="2000" b="1" dirty="0">
                <a:latin typeface="Courier" charset="0"/>
                <a:ea typeface="Courier" charset="0"/>
                <a:cs typeface="Courier" charset="0"/>
              </a:rPr>
              <a:t>, **</a:t>
            </a:r>
            <a:r>
              <a:rPr lang="en-US" altLang="zh-CN" sz="2000" b="1" dirty="0" err="1">
                <a:latin typeface="Courier" charset="0"/>
                <a:ea typeface="Courier" charset="0"/>
                <a:cs typeface="Courier" charset="0"/>
              </a:rPr>
              <a:t>kwargs</a:t>
            </a:r>
            <a:r>
              <a:rPr lang="en-US" altLang="zh-CN" sz="2000" b="1" dirty="0">
                <a:latin typeface="Courier" charset="0"/>
                <a:ea typeface="Courier" charset="0"/>
                <a:cs typeface="Courier" charset="0"/>
              </a:rPr>
              <a:t>):</a:t>
            </a:r>
            <a:br>
              <a:rPr lang="en-US" altLang="zh-CN" sz="2000" b="1" dirty="0">
                <a:latin typeface="Courier" charset="0"/>
                <a:ea typeface="Courier" charset="0"/>
                <a:cs typeface="Courier" charset="0"/>
              </a:rPr>
            </a:br>
            <a:r>
              <a:rPr lang="en-US" altLang="zh-CN" sz="2000" b="1" dirty="0">
                <a:latin typeface="Courier" charset="0"/>
                <a:ea typeface="Courier" charset="0"/>
                <a:cs typeface="Courier" charset="0"/>
              </a:rPr>
              <a:t>        context = </a:t>
            </a:r>
            <a:r>
              <a:rPr lang="en-US" altLang="zh-CN" sz="2000" b="1" dirty="0">
                <a:solidFill>
                  <a:srgbClr val="000080"/>
                </a:solidFill>
                <a:latin typeface="Courier" charset="0"/>
                <a:ea typeface="Courier" charset="0"/>
                <a:cs typeface="Courier" charset="0"/>
              </a:rPr>
              <a:t>super</a:t>
            </a:r>
            <a:r>
              <a:rPr lang="en-US" altLang="zh-CN" sz="2000" b="1" dirty="0">
                <a:latin typeface="Courier" charset="0"/>
                <a:ea typeface="Courier" charset="0"/>
                <a:cs typeface="Courier" charset="0"/>
              </a:rPr>
              <a:t>(</a:t>
            </a:r>
            <a:r>
              <a:rPr lang="en-US" altLang="zh-CN" sz="2000" b="1" dirty="0" err="1">
                <a:latin typeface="Courier" charset="0"/>
                <a:ea typeface="Courier" charset="0"/>
                <a:cs typeface="Courier" charset="0"/>
              </a:rPr>
              <a:t>BookDetail</a:t>
            </a:r>
            <a:r>
              <a:rPr lang="en-US" altLang="zh-CN" sz="2000" b="1" dirty="0">
                <a:latin typeface="Courier" charset="0"/>
                <a:ea typeface="Courier" charset="0"/>
                <a:cs typeface="Courier" charset="0"/>
              </a:rPr>
              <a:t>, </a:t>
            </a:r>
            <a:r>
              <a:rPr lang="en-US" altLang="zh-CN" sz="2000" b="1" dirty="0">
                <a:solidFill>
                  <a:srgbClr val="94558D"/>
                </a:solidFill>
                <a:latin typeface="Courier" charset="0"/>
                <a:ea typeface="Courier" charset="0"/>
                <a:cs typeface="Courier" charset="0"/>
              </a:rPr>
              <a:t>self</a:t>
            </a:r>
            <a:r>
              <a:rPr lang="en-US" altLang="zh-CN" sz="2000" b="1" dirty="0">
                <a:latin typeface="Courier" charset="0"/>
                <a:ea typeface="Courier" charset="0"/>
                <a:cs typeface="Courier" charset="0"/>
              </a:rPr>
              <a:t>).</a:t>
            </a:r>
            <a:r>
              <a:rPr lang="en-US" altLang="zh-CN" sz="2000" b="1" dirty="0" err="1">
                <a:latin typeface="Courier" charset="0"/>
                <a:ea typeface="Courier" charset="0"/>
                <a:cs typeface="Courier" charset="0"/>
              </a:rPr>
              <a:t>get_context_data</a:t>
            </a:r>
            <a:r>
              <a:rPr lang="en-US" altLang="zh-CN" sz="2000" b="1" dirty="0">
                <a:latin typeface="Courier" charset="0"/>
                <a:ea typeface="Courier" charset="0"/>
                <a:cs typeface="Courier" charset="0"/>
              </a:rPr>
              <a:t>(**</a:t>
            </a:r>
            <a:r>
              <a:rPr lang="en-US" altLang="zh-CN" sz="2000" b="1" dirty="0" err="1">
                <a:latin typeface="Courier" charset="0"/>
                <a:ea typeface="Courier" charset="0"/>
                <a:cs typeface="Courier" charset="0"/>
              </a:rPr>
              <a:t>kwargs</a:t>
            </a:r>
            <a:r>
              <a:rPr lang="en-US" altLang="zh-CN" sz="2000" b="1" dirty="0">
                <a:latin typeface="Courier" charset="0"/>
                <a:ea typeface="Courier" charset="0"/>
                <a:cs typeface="Courier" charset="0"/>
              </a:rPr>
              <a:t>)</a:t>
            </a:r>
            <a:br>
              <a:rPr lang="en-US" altLang="zh-CN" sz="2000" b="1" dirty="0">
                <a:latin typeface="Courier" charset="0"/>
                <a:ea typeface="Courier" charset="0"/>
                <a:cs typeface="Courier" charset="0"/>
              </a:rPr>
            </a:br>
            <a:r>
              <a:rPr lang="en-US" altLang="zh-CN" sz="2000" b="1" dirty="0">
                <a:latin typeface="Courier" charset="0"/>
                <a:ea typeface="Courier" charset="0"/>
                <a:cs typeface="Courier" charset="0"/>
              </a:rPr>
              <a:t>        context[</a:t>
            </a:r>
            <a:r>
              <a:rPr lang="en-US" altLang="zh-CN" sz="2000" b="1" dirty="0">
                <a:solidFill>
                  <a:srgbClr val="008080"/>
                </a:solidFill>
                <a:latin typeface="Courier" charset="0"/>
                <a:ea typeface="Courier" charset="0"/>
                <a:cs typeface="Courier" charset="0"/>
              </a:rPr>
              <a:t>'now'</a:t>
            </a:r>
            <a:r>
              <a:rPr lang="en-US" altLang="zh-CN" sz="2000" b="1" dirty="0">
                <a:latin typeface="Courier" charset="0"/>
                <a:ea typeface="Courier" charset="0"/>
                <a:cs typeface="Courier" charset="0"/>
              </a:rPr>
              <a:t>] = </a:t>
            </a:r>
            <a:r>
              <a:rPr lang="en-US" altLang="zh-CN" sz="2000" b="1" dirty="0" err="1">
                <a:latin typeface="Courier" charset="0"/>
                <a:ea typeface="Courier" charset="0"/>
                <a:cs typeface="Courier" charset="0"/>
              </a:rPr>
              <a:t>datetime.now</a:t>
            </a:r>
            <a:r>
              <a:rPr lang="en-US" altLang="zh-CN" sz="2000" b="1" dirty="0">
                <a:latin typeface="Courier" charset="0"/>
                <a:ea typeface="Courier" charset="0"/>
                <a:cs typeface="Courier" charset="0"/>
              </a:rPr>
              <a:t>()</a:t>
            </a:r>
            <a:br>
              <a:rPr lang="en-US" altLang="zh-CN" sz="2000" b="1" dirty="0">
                <a:latin typeface="Courier" charset="0"/>
                <a:ea typeface="Courier" charset="0"/>
                <a:cs typeface="Courier" charset="0"/>
              </a:rPr>
            </a:br>
            <a:r>
              <a:rPr lang="en-US" altLang="zh-CN" sz="2000" b="1" dirty="0">
                <a:latin typeface="Courier" charset="0"/>
                <a:ea typeface="Courier" charset="0"/>
                <a:cs typeface="Courier" charset="0"/>
              </a:rPr>
              <a:t>        </a:t>
            </a:r>
            <a:r>
              <a:rPr lang="en-US" altLang="zh-CN" sz="2000" b="1" dirty="0">
                <a:solidFill>
                  <a:srgbClr val="000080"/>
                </a:solidFill>
                <a:latin typeface="Courier" charset="0"/>
                <a:ea typeface="Courier" charset="0"/>
                <a:cs typeface="Courier" charset="0"/>
              </a:rPr>
              <a:t>return </a:t>
            </a:r>
            <a:r>
              <a:rPr lang="en-US" altLang="zh-CN" sz="2000" b="1" dirty="0">
                <a:latin typeface="Courier" charset="0"/>
                <a:ea typeface="Courier" charset="0"/>
                <a:cs typeface="Courier" charset="0"/>
              </a:rPr>
              <a:t>context</a:t>
            </a:r>
            <a:endParaRPr lang="zh-CN" altLang="en-US" sz="2000" b="1" dirty="0">
              <a:latin typeface="Courier" charset="0"/>
              <a:ea typeface="Courier" charset="0"/>
              <a:cs typeface="Courier" charset="0"/>
            </a:endParaRPr>
          </a:p>
        </p:txBody>
      </p:sp>
      <p:sp>
        <p:nvSpPr>
          <p:cNvPr id="5" name="椭圆 4"/>
          <p:cNvSpPr/>
          <p:nvPr/>
        </p:nvSpPr>
        <p:spPr>
          <a:xfrm>
            <a:off x="1828800" y="5567083"/>
            <a:ext cx="5109882" cy="349624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3464269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en-US" altLang="zh-CN" b="1" dirty="0" err="1" smtClean="0">
                <a:ea typeface="Times New Roman" charset="0"/>
                <a:cs typeface="Times New Roman" charset="0"/>
              </a:rPr>
              <a:t>listview</a:t>
            </a:r>
            <a:endParaRPr kumimoji="1" lang="zh-CN" altLang="en-US" b="1" dirty="0"/>
          </a:p>
        </p:txBody>
      </p:sp>
    </p:spTree>
    <p:extLst>
      <p:ext uri="{BB962C8B-B14F-4D97-AF65-F5344CB8AC3E}">
        <p14:creationId xmlns:p14="http://schemas.microsoft.com/office/powerpoint/2010/main" val="12982252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 smtClean="0"/>
              <a:t>Library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system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 smtClean="0"/>
              <a:t>Part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one: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Library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System</a:t>
            </a:r>
          </a:p>
          <a:p>
            <a:pPr lvl="1"/>
            <a:r>
              <a:rPr kumimoji="1" lang="en-US" altLang="zh-CN" dirty="0" smtClean="0"/>
              <a:t>Homepage</a:t>
            </a:r>
          </a:p>
          <a:p>
            <a:pPr lvl="1"/>
            <a:r>
              <a:rPr kumimoji="1" lang="en-US" altLang="zh-CN" dirty="0" smtClean="0"/>
              <a:t>Book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list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page</a:t>
            </a:r>
          </a:p>
          <a:p>
            <a:pPr lvl="1"/>
            <a:r>
              <a:rPr kumimoji="1" lang="en-US" altLang="zh-CN" dirty="0" smtClean="0"/>
              <a:t>Book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detail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page</a:t>
            </a:r>
          </a:p>
          <a:p>
            <a:r>
              <a:rPr kumimoji="1" lang="en-US" altLang="zh-CN" dirty="0" smtClean="0"/>
              <a:t>Part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two: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Library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Management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System</a:t>
            </a:r>
          </a:p>
          <a:p>
            <a:pPr lvl="1"/>
            <a:r>
              <a:rPr kumimoji="1" lang="en-US" altLang="zh-CN" dirty="0" smtClean="0"/>
              <a:t>Login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page</a:t>
            </a:r>
          </a:p>
          <a:p>
            <a:pPr lvl="1"/>
            <a:r>
              <a:rPr kumimoji="1" lang="en-US" altLang="zh-CN" dirty="0" smtClean="0"/>
              <a:t>Create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book,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author,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publisher,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category</a:t>
            </a:r>
          </a:p>
          <a:p>
            <a:pPr lvl="1"/>
            <a:r>
              <a:rPr kumimoji="1" lang="en-US" altLang="zh-CN" dirty="0" smtClean="0"/>
              <a:t>Book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list</a:t>
            </a:r>
          </a:p>
          <a:p>
            <a:pPr lvl="1"/>
            <a:r>
              <a:rPr kumimoji="1" lang="en-US" altLang="zh-CN" dirty="0" smtClean="0"/>
              <a:t>Update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book</a:t>
            </a:r>
            <a:endParaRPr kumimoji="1" lang="zh-CN" altLang="en-US" dirty="0"/>
          </a:p>
        </p:txBody>
      </p:sp>
      <p:sp>
        <p:nvSpPr>
          <p:cNvPr id="4" name="椭圆 3"/>
          <p:cNvSpPr/>
          <p:nvPr/>
        </p:nvSpPr>
        <p:spPr>
          <a:xfrm>
            <a:off x="470647" y="2635624"/>
            <a:ext cx="3482788" cy="1277470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8311642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1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 err="1" smtClean="0"/>
              <a:t>listview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 smtClean="0"/>
              <a:t>Let’s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write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a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page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to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list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of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books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using</a:t>
            </a:r>
            <a:r>
              <a:rPr kumimoji="1" lang="zh-CN" altLang="en-US" dirty="0" smtClean="0"/>
              <a:t> </a:t>
            </a:r>
            <a:r>
              <a:rPr kumimoji="1" lang="en-US" altLang="zh-CN" dirty="0" err="1" smtClean="0"/>
              <a:t>ListView</a:t>
            </a:r>
            <a:endParaRPr kumimoji="1"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685800" y="2967335"/>
            <a:ext cx="7772400" cy="1430520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b="1" dirty="0">
                <a:solidFill>
                  <a:srgbClr val="000080"/>
                </a:solidFill>
                <a:latin typeface="Courier" charset="0"/>
                <a:ea typeface="Courier" charset="0"/>
                <a:cs typeface="Courier" charset="0"/>
              </a:rPr>
              <a:t>class </a:t>
            </a:r>
            <a:r>
              <a:rPr lang="en-US" altLang="zh-CN" sz="2000" b="1" dirty="0" err="1">
                <a:latin typeface="Courier" charset="0"/>
                <a:ea typeface="Courier" charset="0"/>
                <a:cs typeface="Courier" charset="0"/>
              </a:rPr>
              <a:t>BookList</a:t>
            </a:r>
            <a:r>
              <a:rPr lang="en-US" altLang="zh-CN" sz="2000" b="1" dirty="0">
                <a:latin typeface="Courier" charset="0"/>
                <a:ea typeface="Courier" charset="0"/>
                <a:cs typeface="Courier" charset="0"/>
              </a:rPr>
              <a:t>(</a:t>
            </a:r>
            <a:r>
              <a:rPr lang="en-US" altLang="zh-CN" sz="2000" b="1" dirty="0" err="1">
                <a:latin typeface="Courier" charset="0"/>
                <a:ea typeface="Courier" charset="0"/>
                <a:cs typeface="Courier" charset="0"/>
              </a:rPr>
              <a:t>ListView</a:t>
            </a:r>
            <a:r>
              <a:rPr lang="en-US" altLang="zh-CN" sz="2000" b="1" dirty="0">
                <a:latin typeface="Courier" charset="0"/>
                <a:ea typeface="Courier" charset="0"/>
                <a:cs typeface="Courier" charset="0"/>
              </a:rPr>
              <a:t>):</a:t>
            </a:r>
            <a:br>
              <a:rPr lang="en-US" altLang="zh-CN" sz="2000" b="1" dirty="0">
                <a:latin typeface="Courier" charset="0"/>
                <a:ea typeface="Courier" charset="0"/>
                <a:cs typeface="Courier" charset="0"/>
              </a:rPr>
            </a:br>
            <a:r>
              <a:rPr lang="en-US" altLang="zh-CN" sz="2000" b="1" dirty="0">
                <a:latin typeface="Courier" charset="0"/>
                <a:ea typeface="Courier" charset="0"/>
                <a:cs typeface="Courier" charset="0"/>
              </a:rPr>
              <a:t>    model = Book</a:t>
            </a:r>
            <a:br>
              <a:rPr lang="en-US" altLang="zh-CN" sz="2000" b="1" dirty="0">
                <a:latin typeface="Courier" charset="0"/>
                <a:ea typeface="Courier" charset="0"/>
                <a:cs typeface="Courier" charset="0"/>
              </a:rPr>
            </a:br>
            <a:r>
              <a:rPr lang="en-US" altLang="zh-CN" sz="2000" b="1" dirty="0">
                <a:latin typeface="Courier" charset="0"/>
                <a:ea typeface="Courier" charset="0"/>
                <a:cs typeface="Courier" charset="0"/>
              </a:rPr>
              <a:t>    </a:t>
            </a:r>
            <a:r>
              <a:rPr lang="en-US" altLang="zh-CN" sz="2000" b="1" dirty="0" err="1">
                <a:latin typeface="Courier" charset="0"/>
                <a:ea typeface="Courier" charset="0"/>
                <a:cs typeface="Courier" charset="0"/>
              </a:rPr>
              <a:t>template_name</a:t>
            </a:r>
            <a:r>
              <a:rPr lang="en-US" altLang="zh-CN" sz="2000" b="1" dirty="0">
                <a:latin typeface="Courier" charset="0"/>
                <a:ea typeface="Courier" charset="0"/>
                <a:cs typeface="Courier" charset="0"/>
              </a:rPr>
              <a:t> = </a:t>
            </a:r>
            <a:r>
              <a:rPr lang="en-US" altLang="zh-CN" sz="2000" b="1" dirty="0" smtClean="0">
                <a:solidFill>
                  <a:srgbClr val="008080"/>
                </a:solidFill>
                <a:latin typeface="Courier" charset="0"/>
                <a:ea typeface="Courier" charset="0"/>
                <a:cs typeface="Courier" charset="0"/>
              </a:rPr>
              <a:t>'</a:t>
            </a:r>
            <a:r>
              <a:rPr lang="en-US" altLang="zh-CN" sz="2000" b="1" dirty="0" err="1" smtClean="0">
                <a:solidFill>
                  <a:srgbClr val="008080"/>
                </a:solidFill>
                <a:latin typeface="Courier" charset="0"/>
                <a:ea typeface="Courier" charset="0"/>
                <a:cs typeface="Courier" charset="0"/>
              </a:rPr>
              <a:t>list.html</a:t>
            </a:r>
            <a:r>
              <a:rPr lang="en-US" altLang="zh-CN" sz="2000" b="1" dirty="0" smtClean="0">
                <a:solidFill>
                  <a:srgbClr val="008080"/>
                </a:solidFill>
                <a:latin typeface="Courier" charset="0"/>
                <a:ea typeface="Courier" charset="0"/>
                <a:cs typeface="Courier" charset="0"/>
              </a:rPr>
              <a:t>'</a:t>
            </a:r>
            <a:endParaRPr lang="zh-CN" altLang="en-US" sz="2000" b="1" dirty="0">
              <a:latin typeface="Courier" charset="0"/>
              <a:ea typeface="Courier" charset="0"/>
              <a:cs typeface="Courier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713588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 err="1"/>
              <a:t>listview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295835" y="2121408"/>
            <a:ext cx="8592671" cy="4524315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</p:spPr>
        <p:txBody>
          <a:bodyPr wrap="square">
            <a:spAutoFit/>
          </a:bodyPr>
          <a:lstStyle/>
          <a:p>
            <a:r>
              <a:rPr lang="en-US" altLang="zh-CN" b="1" dirty="0">
                <a:latin typeface="Courier" charset="0"/>
                <a:ea typeface="Courier" charset="0"/>
                <a:cs typeface="Courier" charset="0"/>
              </a:rPr>
              <a:t>&lt;!DOCTYPE </a:t>
            </a:r>
            <a:r>
              <a:rPr lang="en-US" altLang="zh-CN" b="1" dirty="0">
                <a:solidFill>
                  <a:srgbClr val="0000FF"/>
                </a:solidFill>
                <a:latin typeface="Courier" charset="0"/>
                <a:ea typeface="Courier" charset="0"/>
                <a:cs typeface="Courier" charset="0"/>
              </a:rPr>
              <a:t>html</a:t>
            </a:r>
            <a:r>
              <a:rPr lang="en-US" altLang="zh-CN" b="1" dirty="0">
                <a:latin typeface="Courier" charset="0"/>
                <a:ea typeface="Courier" charset="0"/>
                <a:cs typeface="Courier" charset="0"/>
              </a:rPr>
              <a:t>&gt;</a:t>
            </a:r>
            <a:br>
              <a:rPr lang="en-US" altLang="zh-CN" b="1" dirty="0">
                <a:latin typeface="Courier" charset="0"/>
                <a:ea typeface="Courier" charset="0"/>
                <a:cs typeface="Courier" charset="0"/>
              </a:rPr>
            </a:br>
            <a:r>
              <a:rPr lang="en-US" altLang="zh-CN" b="1" dirty="0">
                <a:latin typeface="Courier" charset="0"/>
                <a:ea typeface="Courier" charset="0"/>
                <a:cs typeface="Courier" charset="0"/>
              </a:rPr>
              <a:t>&lt;</a:t>
            </a:r>
            <a:r>
              <a:rPr lang="en-US" altLang="zh-CN" b="1" dirty="0">
                <a:solidFill>
                  <a:srgbClr val="000080"/>
                </a:solidFill>
                <a:latin typeface="Courier" charset="0"/>
                <a:ea typeface="Courier" charset="0"/>
                <a:cs typeface="Courier" charset="0"/>
              </a:rPr>
              <a:t>html </a:t>
            </a:r>
            <a:r>
              <a:rPr lang="en-US" altLang="zh-CN" b="1" dirty="0" err="1">
                <a:solidFill>
                  <a:srgbClr val="0000FF"/>
                </a:solidFill>
                <a:latin typeface="Courier" charset="0"/>
                <a:ea typeface="Courier" charset="0"/>
                <a:cs typeface="Courier" charset="0"/>
              </a:rPr>
              <a:t>lang</a:t>
            </a:r>
            <a:r>
              <a:rPr lang="en-US" altLang="zh-CN" b="1" dirty="0" smtClean="0">
                <a:solidFill>
                  <a:srgbClr val="0000FF"/>
                </a:solidFill>
                <a:latin typeface="Courier" charset="0"/>
                <a:ea typeface="Courier" charset="0"/>
                <a:cs typeface="Courier" charset="0"/>
              </a:rPr>
              <a:t>=</a:t>
            </a:r>
            <a:r>
              <a:rPr lang="en-US" altLang="zh-CN" b="1" dirty="0" smtClean="0">
                <a:solidFill>
                  <a:srgbClr val="008000"/>
                </a:solidFill>
                <a:latin typeface="Courier" charset="0"/>
                <a:ea typeface="Courier" charset="0"/>
                <a:cs typeface="Courier" charset="0"/>
              </a:rPr>
              <a:t>“</a:t>
            </a:r>
            <a:r>
              <a:rPr lang="en-US" altLang="zh-CN" b="1" dirty="0" err="1" smtClean="0">
                <a:solidFill>
                  <a:srgbClr val="008000"/>
                </a:solidFill>
                <a:latin typeface="Courier" charset="0"/>
                <a:ea typeface="Courier" charset="0"/>
                <a:cs typeface="Courier" charset="0"/>
              </a:rPr>
              <a:t>en</a:t>
            </a:r>
            <a:r>
              <a:rPr lang="en-US" altLang="zh-CN" b="1" dirty="0" smtClean="0">
                <a:solidFill>
                  <a:srgbClr val="008000"/>
                </a:solidFill>
                <a:latin typeface="Courier" charset="0"/>
                <a:ea typeface="Courier" charset="0"/>
                <a:cs typeface="Courier" charset="0"/>
              </a:rPr>
              <a:t>”</a:t>
            </a:r>
            <a:r>
              <a:rPr lang="en-US" altLang="zh-CN" b="1" dirty="0" smtClean="0">
                <a:latin typeface="Courier" charset="0"/>
                <a:ea typeface="Courier" charset="0"/>
                <a:cs typeface="Courier" charset="0"/>
              </a:rPr>
              <a:t>&gt;</a:t>
            </a:r>
            <a:r>
              <a:rPr lang="en-US" altLang="zh-CN" b="1" dirty="0">
                <a:latin typeface="Courier" charset="0"/>
                <a:ea typeface="Courier" charset="0"/>
                <a:cs typeface="Courier" charset="0"/>
              </a:rPr>
              <a:t/>
            </a:r>
            <a:br>
              <a:rPr lang="en-US" altLang="zh-CN" b="1" dirty="0">
                <a:latin typeface="Courier" charset="0"/>
                <a:ea typeface="Courier" charset="0"/>
                <a:cs typeface="Courier" charset="0"/>
              </a:rPr>
            </a:br>
            <a:r>
              <a:rPr lang="en-US" altLang="zh-CN" b="1" dirty="0">
                <a:latin typeface="Courier" charset="0"/>
                <a:ea typeface="Courier" charset="0"/>
                <a:cs typeface="Courier" charset="0"/>
              </a:rPr>
              <a:t>&lt;</a:t>
            </a:r>
            <a:r>
              <a:rPr lang="en-US" altLang="zh-CN" b="1" dirty="0">
                <a:solidFill>
                  <a:srgbClr val="000080"/>
                </a:solidFill>
                <a:latin typeface="Courier" charset="0"/>
                <a:ea typeface="Courier" charset="0"/>
                <a:cs typeface="Courier" charset="0"/>
              </a:rPr>
              <a:t>head</a:t>
            </a:r>
            <a:r>
              <a:rPr lang="en-US" altLang="zh-CN" b="1" dirty="0">
                <a:latin typeface="Courier" charset="0"/>
                <a:ea typeface="Courier" charset="0"/>
                <a:cs typeface="Courier" charset="0"/>
              </a:rPr>
              <a:t>&gt;</a:t>
            </a:r>
            <a:br>
              <a:rPr lang="en-US" altLang="zh-CN" b="1" dirty="0">
                <a:latin typeface="Courier" charset="0"/>
                <a:ea typeface="Courier" charset="0"/>
                <a:cs typeface="Courier" charset="0"/>
              </a:rPr>
            </a:br>
            <a:r>
              <a:rPr lang="en-US" altLang="zh-CN" b="1" dirty="0">
                <a:latin typeface="Courier" charset="0"/>
                <a:ea typeface="Courier" charset="0"/>
                <a:cs typeface="Courier" charset="0"/>
              </a:rPr>
              <a:t>    &lt;</a:t>
            </a:r>
            <a:r>
              <a:rPr lang="en-US" altLang="zh-CN" b="1" dirty="0">
                <a:solidFill>
                  <a:srgbClr val="000080"/>
                </a:solidFill>
                <a:latin typeface="Courier" charset="0"/>
                <a:ea typeface="Courier" charset="0"/>
                <a:cs typeface="Courier" charset="0"/>
              </a:rPr>
              <a:t>meta </a:t>
            </a:r>
            <a:r>
              <a:rPr lang="en-US" altLang="zh-CN" b="1" dirty="0">
                <a:solidFill>
                  <a:srgbClr val="0000FF"/>
                </a:solidFill>
                <a:latin typeface="Courier" charset="0"/>
                <a:ea typeface="Courier" charset="0"/>
                <a:cs typeface="Courier" charset="0"/>
              </a:rPr>
              <a:t>charset</a:t>
            </a:r>
            <a:r>
              <a:rPr lang="en-US" altLang="zh-CN" b="1" dirty="0" smtClean="0">
                <a:solidFill>
                  <a:srgbClr val="0000FF"/>
                </a:solidFill>
                <a:latin typeface="Courier" charset="0"/>
                <a:ea typeface="Courier" charset="0"/>
                <a:cs typeface="Courier" charset="0"/>
              </a:rPr>
              <a:t>=</a:t>
            </a:r>
            <a:r>
              <a:rPr lang="en-US" altLang="zh-CN" b="1" dirty="0" smtClean="0">
                <a:solidFill>
                  <a:srgbClr val="008000"/>
                </a:solidFill>
                <a:latin typeface="Courier" charset="0"/>
                <a:ea typeface="Courier" charset="0"/>
                <a:cs typeface="Courier" charset="0"/>
              </a:rPr>
              <a:t>“UTF-8”</a:t>
            </a:r>
            <a:r>
              <a:rPr lang="en-US" altLang="zh-CN" b="1" dirty="0" smtClean="0">
                <a:latin typeface="Courier" charset="0"/>
                <a:ea typeface="Courier" charset="0"/>
                <a:cs typeface="Courier" charset="0"/>
              </a:rPr>
              <a:t>&gt;</a:t>
            </a:r>
            <a:r>
              <a:rPr lang="en-US" altLang="zh-CN" b="1" dirty="0">
                <a:latin typeface="Courier" charset="0"/>
                <a:ea typeface="Courier" charset="0"/>
                <a:cs typeface="Courier" charset="0"/>
              </a:rPr>
              <a:t/>
            </a:r>
            <a:br>
              <a:rPr lang="en-US" altLang="zh-CN" b="1" dirty="0">
                <a:latin typeface="Courier" charset="0"/>
                <a:ea typeface="Courier" charset="0"/>
                <a:cs typeface="Courier" charset="0"/>
              </a:rPr>
            </a:br>
            <a:r>
              <a:rPr lang="en-US" altLang="zh-CN" b="1" dirty="0">
                <a:latin typeface="Courier" charset="0"/>
                <a:ea typeface="Courier" charset="0"/>
                <a:cs typeface="Courier" charset="0"/>
              </a:rPr>
              <a:t>    &lt;</a:t>
            </a:r>
            <a:r>
              <a:rPr lang="en-US" altLang="zh-CN" b="1" dirty="0">
                <a:solidFill>
                  <a:srgbClr val="000080"/>
                </a:solidFill>
                <a:latin typeface="Courier" charset="0"/>
                <a:ea typeface="Courier" charset="0"/>
                <a:cs typeface="Courier" charset="0"/>
              </a:rPr>
              <a:t>title</a:t>
            </a:r>
            <a:r>
              <a:rPr lang="en-US" altLang="zh-CN" b="1" dirty="0">
                <a:latin typeface="Courier" charset="0"/>
                <a:ea typeface="Courier" charset="0"/>
                <a:cs typeface="Courier" charset="0"/>
              </a:rPr>
              <a:t>&gt;Book List&lt;/</a:t>
            </a:r>
            <a:r>
              <a:rPr lang="en-US" altLang="zh-CN" b="1" dirty="0">
                <a:solidFill>
                  <a:srgbClr val="000080"/>
                </a:solidFill>
                <a:latin typeface="Courier" charset="0"/>
                <a:ea typeface="Courier" charset="0"/>
                <a:cs typeface="Courier" charset="0"/>
              </a:rPr>
              <a:t>title</a:t>
            </a:r>
            <a:r>
              <a:rPr lang="en-US" altLang="zh-CN" b="1" dirty="0">
                <a:latin typeface="Courier" charset="0"/>
                <a:ea typeface="Courier" charset="0"/>
                <a:cs typeface="Courier" charset="0"/>
              </a:rPr>
              <a:t>&gt;</a:t>
            </a:r>
            <a:br>
              <a:rPr lang="en-US" altLang="zh-CN" b="1" dirty="0">
                <a:latin typeface="Courier" charset="0"/>
                <a:ea typeface="Courier" charset="0"/>
                <a:cs typeface="Courier" charset="0"/>
              </a:rPr>
            </a:br>
            <a:r>
              <a:rPr lang="en-US" altLang="zh-CN" b="1" dirty="0">
                <a:latin typeface="Courier" charset="0"/>
                <a:ea typeface="Courier" charset="0"/>
                <a:cs typeface="Courier" charset="0"/>
              </a:rPr>
              <a:t>&lt;/</a:t>
            </a:r>
            <a:r>
              <a:rPr lang="en-US" altLang="zh-CN" b="1" dirty="0">
                <a:solidFill>
                  <a:srgbClr val="000080"/>
                </a:solidFill>
                <a:latin typeface="Courier" charset="0"/>
                <a:ea typeface="Courier" charset="0"/>
                <a:cs typeface="Courier" charset="0"/>
              </a:rPr>
              <a:t>head</a:t>
            </a:r>
            <a:r>
              <a:rPr lang="en-US" altLang="zh-CN" b="1" dirty="0">
                <a:latin typeface="Courier" charset="0"/>
                <a:ea typeface="Courier" charset="0"/>
                <a:cs typeface="Courier" charset="0"/>
              </a:rPr>
              <a:t>&gt;</a:t>
            </a:r>
            <a:br>
              <a:rPr lang="en-US" altLang="zh-CN" b="1" dirty="0">
                <a:latin typeface="Courier" charset="0"/>
                <a:ea typeface="Courier" charset="0"/>
                <a:cs typeface="Courier" charset="0"/>
              </a:rPr>
            </a:br>
            <a:r>
              <a:rPr lang="en-US" altLang="zh-CN" b="1" dirty="0">
                <a:latin typeface="Courier" charset="0"/>
                <a:ea typeface="Courier" charset="0"/>
                <a:cs typeface="Courier" charset="0"/>
              </a:rPr>
              <a:t>&lt;</a:t>
            </a:r>
            <a:r>
              <a:rPr lang="en-US" altLang="zh-CN" b="1" dirty="0">
                <a:solidFill>
                  <a:srgbClr val="000080"/>
                </a:solidFill>
                <a:latin typeface="Courier" charset="0"/>
                <a:ea typeface="Courier" charset="0"/>
                <a:cs typeface="Courier" charset="0"/>
              </a:rPr>
              <a:t>body </a:t>
            </a:r>
            <a:r>
              <a:rPr lang="en-US" altLang="zh-CN" b="1" dirty="0">
                <a:solidFill>
                  <a:srgbClr val="0000FF"/>
                </a:solidFill>
                <a:latin typeface="Courier" charset="0"/>
                <a:ea typeface="Courier" charset="0"/>
                <a:cs typeface="Courier" charset="0"/>
              </a:rPr>
              <a:t>style</a:t>
            </a:r>
            <a:r>
              <a:rPr lang="en-US" altLang="zh-CN" b="1" dirty="0" smtClean="0">
                <a:solidFill>
                  <a:srgbClr val="0000FF"/>
                </a:solidFill>
                <a:latin typeface="Courier" charset="0"/>
                <a:ea typeface="Courier" charset="0"/>
                <a:cs typeface="Courier" charset="0"/>
              </a:rPr>
              <a:t>=</a:t>
            </a:r>
            <a:r>
              <a:rPr lang="en-US" altLang="zh-CN" b="1" dirty="0" smtClean="0">
                <a:solidFill>
                  <a:srgbClr val="008000"/>
                </a:solidFill>
                <a:latin typeface="Courier" charset="0"/>
                <a:ea typeface="Courier" charset="0"/>
                <a:cs typeface="Courier" charset="0"/>
              </a:rPr>
              <a:t>“</a:t>
            </a:r>
            <a:r>
              <a:rPr lang="en-US" altLang="zh-CN" b="1" dirty="0" smtClean="0">
                <a:solidFill>
                  <a:srgbClr val="0000FF"/>
                </a:solidFill>
                <a:latin typeface="Courier" charset="0"/>
                <a:ea typeface="Courier" charset="0"/>
                <a:cs typeface="Courier" charset="0"/>
              </a:rPr>
              <a:t>width</a:t>
            </a:r>
            <a:r>
              <a:rPr lang="en-US" altLang="zh-CN" b="1" dirty="0">
                <a:latin typeface="Courier" charset="0"/>
                <a:ea typeface="Courier" charset="0"/>
                <a:cs typeface="Courier" charset="0"/>
              </a:rPr>
              <a:t>: </a:t>
            </a:r>
            <a:r>
              <a:rPr lang="en-US" altLang="zh-CN" b="1" dirty="0">
                <a:solidFill>
                  <a:srgbClr val="0000FF"/>
                </a:solidFill>
                <a:latin typeface="Courier" charset="0"/>
                <a:ea typeface="Courier" charset="0"/>
                <a:cs typeface="Courier" charset="0"/>
              </a:rPr>
              <a:t>80</a:t>
            </a:r>
            <a:r>
              <a:rPr lang="en-US" altLang="zh-CN" b="1" dirty="0" smtClean="0">
                <a:latin typeface="Courier" charset="0"/>
                <a:ea typeface="Courier" charset="0"/>
                <a:cs typeface="Courier" charset="0"/>
              </a:rPr>
              <a:t>%</a:t>
            </a:r>
            <a:r>
              <a:rPr lang="en-US" altLang="zh-CN" b="1" dirty="0" smtClean="0">
                <a:solidFill>
                  <a:srgbClr val="008000"/>
                </a:solidFill>
                <a:latin typeface="Courier" charset="0"/>
                <a:ea typeface="Courier" charset="0"/>
                <a:cs typeface="Courier" charset="0"/>
              </a:rPr>
              <a:t>”</a:t>
            </a:r>
            <a:r>
              <a:rPr lang="en-US" altLang="zh-CN" b="1" dirty="0" smtClean="0">
                <a:latin typeface="Courier" charset="0"/>
                <a:ea typeface="Courier" charset="0"/>
                <a:cs typeface="Courier" charset="0"/>
              </a:rPr>
              <a:t>&gt;</a:t>
            </a:r>
            <a:r>
              <a:rPr lang="en-US" altLang="zh-CN" b="1" dirty="0">
                <a:latin typeface="Courier" charset="0"/>
                <a:ea typeface="Courier" charset="0"/>
                <a:cs typeface="Courier" charset="0"/>
              </a:rPr>
              <a:t/>
            </a:r>
            <a:br>
              <a:rPr lang="en-US" altLang="zh-CN" b="1" dirty="0">
                <a:latin typeface="Courier" charset="0"/>
                <a:ea typeface="Courier" charset="0"/>
                <a:cs typeface="Courier" charset="0"/>
              </a:rPr>
            </a:br>
            <a:r>
              <a:rPr lang="en-US" altLang="zh-CN" b="1" dirty="0">
                <a:latin typeface="Courier" charset="0"/>
                <a:ea typeface="Courier" charset="0"/>
                <a:cs typeface="Courier" charset="0"/>
              </a:rPr>
              <a:t>&lt;</a:t>
            </a:r>
            <a:r>
              <a:rPr lang="en-US" altLang="zh-CN" b="1" dirty="0">
                <a:solidFill>
                  <a:srgbClr val="000080"/>
                </a:solidFill>
                <a:latin typeface="Courier" charset="0"/>
                <a:ea typeface="Courier" charset="0"/>
                <a:cs typeface="Courier" charset="0"/>
              </a:rPr>
              <a:t>div </a:t>
            </a:r>
            <a:r>
              <a:rPr lang="en-US" altLang="zh-CN" b="1" dirty="0">
                <a:solidFill>
                  <a:srgbClr val="0000FF"/>
                </a:solidFill>
                <a:latin typeface="Courier" charset="0"/>
                <a:ea typeface="Courier" charset="0"/>
                <a:cs typeface="Courier" charset="0"/>
              </a:rPr>
              <a:t>style</a:t>
            </a:r>
            <a:r>
              <a:rPr lang="en-US" altLang="zh-CN" b="1" dirty="0" smtClean="0">
                <a:solidFill>
                  <a:srgbClr val="0000FF"/>
                </a:solidFill>
                <a:latin typeface="Courier" charset="0"/>
                <a:ea typeface="Courier" charset="0"/>
                <a:cs typeface="Courier" charset="0"/>
              </a:rPr>
              <a:t>=</a:t>
            </a:r>
            <a:r>
              <a:rPr lang="en-US" altLang="zh-CN" b="1" dirty="0" smtClean="0">
                <a:solidFill>
                  <a:srgbClr val="008000"/>
                </a:solidFill>
                <a:latin typeface="Courier" charset="0"/>
                <a:ea typeface="Courier" charset="0"/>
                <a:cs typeface="Courier" charset="0"/>
              </a:rPr>
              <a:t>“</a:t>
            </a:r>
            <a:r>
              <a:rPr lang="en-US" altLang="zh-CN" b="1" dirty="0" smtClean="0">
                <a:solidFill>
                  <a:srgbClr val="0000FF"/>
                </a:solidFill>
                <a:latin typeface="Courier" charset="0"/>
                <a:ea typeface="Courier" charset="0"/>
                <a:cs typeface="Courier" charset="0"/>
              </a:rPr>
              <a:t>text-align</a:t>
            </a:r>
            <a:r>
              <a:rPr lang="en-US" altLang="zh-CN" b="1" dirty="0">
                <a:latin typeface="Courier" charset="0"/>
                <a:ea typeface="Courier" charset="0"/>
                <a:cs typeface="Courier" charset="0"/>
              </a:rPr>
              <a:t>: </a:t>
            </a:r>
            <a:r>
              <a:rPr lang="en-US" altLang="zh-CN" b="1" dirty="0" smtClean="0">
                <a:solidFill>
                  <a:srgbClr val="008000"/>
                </a:solidFill>
                <a:latin typeface="Courier" charset="0"/>
                <a:ea typeface="Courier" charset="0"/>
                <a:cs typeface="Courier" charset="0"/>
              </a:rPr>
              <a:t>center”</a:t>
            </a:r>
            <a:r>
              <a:rPr lang="en-US" altLang="zh-CN" b="1" dirty="0" smtClean="0">
                <a:latin typeface="Courier" charset="0"/>
                <a:ea typeface="Courier" charset="0"/>
                <a:cs typeface="Courier" charset="0"/>
              </a:rPr>
              <a:t>&gt;&lt;</a:t>
            </a:r>
            <a:r>
              <a:rPr lang="en-US" altLang="zh-CN" b="1" dirty="0" smtClean="0">
                <a:solidFill>
                  <a:srgbClr val="000080"/>
                </a:solidFill>
                <a:latin typeface="Courier" charset="0"/>
                <a:ea typeface="Courier" charset="0"/>
                <a:cs typeface="Courier" charset="0"/>
              </a:rPr>
              <a:t>h1</a:t>
            </a:r>
            <a:r>
              <a:rPr lang="en-US" altLang="zh-CN" b="1" dirty="0" smtClean="0">
                <a:latin typeface="Courier" charset="0"/>
                <a:ea typeface="Courier" charset="0"/>
                <a:cs typeface="Courier" charset="0"/>
              </a:rPr>
              <a:t>&gt;Book</a:t>
            </a:r>
            <a:r>
              <a:rPr lang="zh-CN" altLang="en-US" b="1" dirty="0" smtClean="0"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altLang="zh-CN" b="1" dirty="0" smtClean="0">
                <a:latin typeface="Courier" charset="0"/>
                <a:ea typeface="Courier" charset="0"/>
                <a:cs typeface="Courier" charset="0"/>
              </a:rPr>
              <a:t>List</a:t>
            </a:r>
            <a:r>
              <a:rPr lang="en-US" altLang="zh-CN" b="1" dirty="0">
                <a:latin typeface="Courier" charset="0"/>
                <a:ea typeface="Courier" charset="0"/>
                <a:cs typeface="Courier" charset="0"/>
              </a:rPr>
              <a:t>&lt;/</a:t>
            </a:r>
            <a:r>
              <a:rPr lang="en-US" altLang="zh-CN" b="1" dirty="0">
                <a:solidFill>
                  <a:srgbClr val="000080"/>
                </a:solidFill>
                <a:latin typeface="Courier" charset="0"/>
                <a:ea typeface="Courier" charset="0"/>
                <a:cs typeface="Courier" charset="0"/>
              </a:rPr>
              <a:t>h1</a:t>
            </a:r>
            <a:r>
              <a:rPr lang="en-US" altLang="zh-CN" b="1" dirty="0">
                <a:latin typeface="Courier" charset="0"/>
                <a:ea typeface="Courier" charset="0"/>
                <a:cs typeface="Courier" charset="0"/>
              </a:rPr>
              <a:t>&gt;&lt;/</a:t>
            </a:r>
            <a:r>
              <a:rPr lang="en-US" altLang="zh-CN" b="1" dirty="0">
                <a:solidFill>
                  <a:srgbClr val="000080"/>
                </a:solidFill>
                <a:latin typeface="Courier" charset="0"/>
                <a:ea typeface="Courier" charset="0"/>
                <a:cs typeface="Courier" charset="0"/>
              </a:rPr>
              <a:t>div</a:t>
            </a:r>
            <a:r>
              <a:rPr lang="en-US" altLang="zh-CN" b="1" dirty="0">
                <a:latin typeface="Courier" charset="0"/>
                <a:ea typeface="Courier" charset="0"/>
                <a:cs typeface="Courier" charset="0"/>
              </a:rPr>
              <a:t>&gt;</a:t>
            </a:r>
            <a:br>
              <a:rPr lang="en-US" altLang="zh-CN" b="1" dirty="0">
                <a:latin typeface="Courier" charset="0"/>
                <a:ea typeface="Courier" charset="0"/>
                <a:cs typeface="Courier" charset="0"/>
              </a:rPr>
            </a:br>
            <a:r>
              <a:rPr lang="en-US" altLang="zh-CN" b="1" dirty="0">
                <a:latin typeface="Courier" charset="0"/>
                <a:ea typeface="Courier" charset="0"/>
                <a:cs typeface="Courier" charset="0"/>
              </a:rPr>
              <a:t>{% </a:t>
            </a:r>
            <a:r>
              <a:rPr lang="en-US" altLang="zh-CN" b="1" dirty="0">
                <a:solidFill>
                  <a:srgbClr val="000080"/>
                </a:solidFill>
                <a:latin typeface="Courier" charset="0"/>
                <a:ea typeface="Courier" charset="0"/>
                <a:cs typeface="Courier" charset="0"/>
              </a:rPr>
              <a:t>for </a:t>
            </a:r>
            <a:r>
              <a:rPr lang="en-US" altLang="zh-CN" b="1" dirty="0" err="1">
                <a:solidFill>
                  <a:srgbClr val="0000FF"/>
                </a:solidFill>
                <a:latin typeface="Courier" charset="0"/>
                <a:ea typeface="Courier" charset="0"/>
                <a:cs typeface="Courier" charset="0"/>
              </a:rPr>
              <a:t>obj</a:t>
            </a:r>
            <a:r>
              <a:rPr lang="en-US" altLang="zh-CN" b="1" dirty="0">
                <a:solidFill>
                  <a:srgbClr val="0000FF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altLang="zh-CN" b="1" dirty="0">
                <a:solidFill>
                  <a:srgbClr val="000080"/>
                </a:solidFill>
                <a:latin typeface="Courier" charset="0"/>
                <a:ea typeface="Courier" charset="0"/>
                <a:cs typeface="Courier" charset="0"/>
              </a:rPr>
              <a:t>in </a:t>
            </a:r>
            <a:r>
              <a:rPr lang="en-US" altLang="zh-CN" b="1" dirty="0" err="1">
                <a:solidFill>
                  <a:srgbClr val="0000FF"/>
                </a:solidFill>
                <a:latin typeface="Courier" charset="0"/>
                <a:ea typeface="Courier" charset="0"/>
                <a:cs typeface="Courier" charset="0"/>
              </a:rPr>
              <a:t>object_list</a:t>
            </a:r>
            <a:r>
              <a:rPr lang="en-US" altLang="zh-CN" b="1" dirty="0">
                <a:solidFill>
                  <a:srgbClr val="0000FF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altLang="zh-CN" b="1" dirty="0">
                <a:latin typeface="Courier" charset="0"/>
                <a:ea typeface="Courier" charset="0"/>
                <a:cs typeface="Courier" charset="0"/>
              </a:rPr>
              <a:t>%}</a:t>
            </a:r>
            <a:br>
              <a:rPr lang="en-US" altLang="zh-CN" b="1" dirty="0">
                <a:latin typeface="Courier" charset="0"/>
                <a:ea typeface="Courier" charset="0"/>
                <a:cs typeface="Courier" charset="0"/>
              </a:rPr>
            </a:br>
            <a:r>
              <a:rPr lang="en-US" altLang="zh-CN" b="1" dirty="0">
                <a:latin typeface="Courier" charset="0"/>
                <a:ea typeface="Courier" charset="0"/>
                <a:cs typeface="Courier" charset="0"/>
              </a:rPr>
              <a:t>    &lt;</a:t>
            </a:r>
            <a:r>
              <a:rPr lang="en-US" altLang="zh-CN" b="1" dirty="0">
                <a:solidFill>
                  <a:srgbClr val="000080"/>
                </a:solidFill>
                <a:latin typeface="Courier" charset="0"/>
                <a:ea typeface="Courier" charset="0"/>
                <a:cs typeface="Courier" charset="0"/>
              </a:rPr>
              <a:t>span </a:t>
            </a:r>
            <a:r>
              <a:rPr lang="en-US" altLang="zh-CN" b="1" dirty="0">
                <a:solidFill>
                  <a:srgbClr val="0000FF"/>
                </a:solidFill>
                <a:latin typeface="Courier" charset="0"/>
                <a:ea typeface="Courier" charset="0"/>
                <a:cs typeface="Courier" charset="0"/>
              </a:rPr>
              <a:t>style=</a:t>
            </a:r>
            <a:r>
              <a:rPr lang="en-US" altLang="zh-CN" b="1" dirty="0">
                <a:solidFill>
                  <a:srgbClr val="008000"/>
                </a:solidFill>
                <a:latin typeface="Courier" charset="0"/>
                <a:ea typeface="Courier" charset="0"/>
                <a:cs typeface="Courier" charset="0"/>
              </a:rPr>
              <a:t>"</a:t>
            </a:r>
            <a:r>
              <a:rPr lang="en-US" altLang="zh-CN" b="1" dirty="0">
                <a:solidFill>
                  <a:srgbClr val="0000FF"/>
                </a:solidFill>
                <a:latin typeface="Courier" charset="0"/>
                <a:ea typeface="Courier" charset="0"/>
                <a:cs typeface="Courier" charset="0"/>
              </a:rPr>
              <a:t>font-size</a:t>
            </a:r>
            <a:r>
              <a:rPr lang="en-US" altLang="zh-CN" b="1" dirty="0">
                <a:latin typeface="Courier" charset="0"/>
                <a:ea typeface="Courier" charset="0"/>
                <a:cs typeface="Courier" charset="0"/>
              </a:rPr>
              <a:t>: </a:t>
            </a:r>
            <a:r>
              <a:rPr lang="en-US" altLang="zh-CN" b="1" dirty="0">
                <a:solidFill>
                  <a:srgbClr val="0000FF"/>
                </a:solidFill>
                <a:latin typeface="Courier" charset="0"/>
                <a:ea typeface="Courier" charset="0"/>
                <a:cs typeface="Courier" charset="0"/>
              </a:rPr>
              <a:t>20</a:t>
            </a:r>
            <a:r>
              <a:rPr lang="en-US" altLang="zh-CN" b="1" dirty="0">
                <a:solidFill>
                  <a:srgbClr val="008000"/>
                </a:solidFill>
                <a:latin typeface="Courier" charset="0"/>
                <a:ea typeface="Courier" charset="0"/>
                <a:cs typeface="Courier" charset="0"/>
              </a:rPr>
              <a:t>px</a:t>
            </a:r>
            <a:r>
              <a:rPr lang="en-US" altLang="zh-CN" b="1" dirty="0" smtClean="0">
                <a:latin typeface="Courier" charset="0"/>
                <a:ea typeface="Courier" charset="0"/>
                <a:cs typeface="Courier" charset="0"/>
              </a:rPr>
              <a:t>;</a:t>
            </a:r>
          </a:p>
          <a:p>
            <a:r>
              <a:rPr lang="zh-CN" altLang="en-US" b="1" dirty="0">
                <a:solidFill>
                  <a:srgbClr val="0000FF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zh-CN" altLang="en-US" b="1" dirty="0" smtClean="0">
                <a:solidFill>
                  <a:srgbClr val="0000FF"/>
                </a:solidFill>
                <a:latin typeface="Courier" charset="0"/>
                <a:ea typeface="Courier" charset="0"/>
                <a:cs typeface="Courier" charset="0"/>
              </a:rPr>
              <a:t>                </a:t>
            </a:r>
            <a:r>
              <a:rPr lang="en-US" altLang="zh-CN" b="1" dirty="0" smtClean="0">
                <a:solidFill>
                  <a:srgbClr val="0000FF"/>
                </a:solidFill>
                <a:latin typeface="Courier" charset="0"/>
                <a:ea typeface="Courier" charset="0"/>
                <a:cs typeface="Courier" charset="0"/>
              </a:rPr>
              <a:t>font-weight</a:t>
            </a:r>
            <a:r>
              <a:rPr lang="en-US" altLang="zh-CN" b="1" dirty="0">
                <a:latin typeface="Courier" charset="0"/>
                <a:ea typeface="Courier" charset="0"/>
                <a:cs typeface="Courier" charset="0"/>
              </a:rPr>
              <a:t>: </a:t>
            </a:r>
            <a:r>
              <a:rPr lang="en-US" altLang="zh-CN" b="1" dirty="0">
                <a:solidFill>
                  <a:srgbClr val="008000"/>
                </a:solidFill>
                <a:latin typeface="Courier" charset="0"/>
                <a:ea typeface="Courier" charset="0"/>
                <a:cs typeface="Courier" charset="0"/>
              </a:rPr>
              <a:t>bold</a:t>
            </a:r>
            <a:r>
              <a:rPr lang="en-US" altLang="zh-CN" b="1" dirty="0" smtClean="0">
                <a:solidFill>
                  <a:srgbClr val="008000"/>
                </a:solidFill>
                <a:latin typeface="Courier" charset="0"/>
                <a:ea typeface="Courier" charset="0"/>
                <a:cs typeface="Courier" charset="0"/>
              </a:rPr>
              <a:t>"</a:t>
            </a:r>
            <a:r>
              <a:rPr lang="en-US" altLang="zh-CN" b="1" dirty="0" smtClean="0">
                <a:latin typeface="Courier" charset="0"/>
                <a:ea typeface="Courier" charset="0"/>
                <a:cs typeface="Courier" charset="0"/>
              </a:rPr>
              <a:t>&gt;</a:t>
            </a:r>
          </a:p>
          <a:p>
            <a:r>
              <a:rPr lang="zh-CN" altLang="en-US" b="1" dirty="0"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zh-CN" altLang="en-US" b="1" dirty="0" smtClean="0">
                <a:latin typeface="Courier" charset="0"/>
                <a:ea typeface="Courier" charset="0"/>
                <a:cs typeface="Courier" charset="0"/>
              </a:rPr>
              <a:t>      </a:t>
            </a:r>
            <a:r>
              <a:rPr lang="en-US" altLang="zh-CN" b="1" dirty="0" smtClean="0">
                <a:latin typeface="Courier" charset="0"/>
                <a:ea typeface="Courier" charset="0"/>
                <a:cs typeface="Courier" charset="0"/>
              </a:rPr>
              <a:t>{{ </a:t>
            </a:r>
            <a:r>
              <a:rPr lang="en-US" altLang="zh-CN" b="1" dirty="0" err="1">
                <a:solidFill>
                  <a:srgbClr val="0000FF"/>
                </a:solidFill>
                <a:latin typeface="Courier" charset="0"/>
                <a:ea typeface="Courier" charset="0"/>
                <a:cs typeface="Courier" charset="0"/>
              </a:rPr>
              <a:t>obj</a:t>
            </a:r>
            <a:r>
              <a:rPr lang="en-US" altLang="zh-CN" b="1" dirty="0" err="1">
                <a:latin typeface="Courier" charset="0"/>
                <a:ea typeface="Courier" charset="0"/>
                <a:cs typeface="Courier" charset="0"/>
              </a:rPr>
              <a:t>.</a:t>
            </a:r>
            <a:r>
              <a:rPr lang="en-US" altLang="zh-CN" b="1" dirty="0" err="1">
                <a:solidFill>
                  <a:srgbClr val="0000FF"/>
                </a:solidFill>
                <a:latin typeface="Courier" charset="0"/>
                <a:ea typeface="Courier" charset="0"/>
                <a:cs typeface="Courier" charset="0"/>
              </a:rPr>
              <a:t>name</a:t>
            </a:r>
            <a:r>
              <a:rPr lang="en-US" altLang="zh-CN" b="1" dirty="0">
                <a:solidFill>
                  <a:srgbClr val="0000FF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altLang="zh-CN" b="1" dirty="0">
                <a:latin typeface="Courier" charset="0"/>
                <a:ea typeface="Courier" charset="0"/>
                <a:cs typeface="Courier" charset="0"/>
              </a:rPr>
              <a:t>}}&lt;/</a:t>
            </a:r>
            <a:r>
              <a:rPr lang="en-US" altLang="zh-CN" b="1" dirty="0">
                <a:solidFill>
                  <a:srgbClr val="000080"/>
                </a:solidFill>
                <a:latin typeface="Courier" charset="0"/>
                <a:ea typeface="Courier" charset="0"/>
                <a:cs typeface="Courier" charset="0"/>
              </a:rPr>
              <a:t>span</a:t>
            </a:r>
            <a:r>
              <a:rPr lang="en-US" altLang="zh-CN" b="1" dirty="0">
                <a:latin typeface="Courier" charset="0"/>
                <a:ea typeface="Courier" charset="0"/>
                <a:cs typeface="Courier" charset="0"/>
              </a:rPr>
              <a:t>&gt;</a:t>
            </a:r>
            <a:br>
              <a:rPr lang="en-US" altLang="zh-CN" b="1" dirty="0">
                <a:latin typeface="Courier" charset="0"/>
                <a:ea typeface="Courier" charset="0"/>
                <a:cs typeface="Courier" charset="0"/>
              </a:rPr>
            </a:br>
            <a:r>
              <a:rPr lang="en-US" altLang="zh-CN" b="1" dirty="0">
                <a:latin typeface="Courier" charset="0"/>
                <a:ea typeface="Courier" charset="0"/>
                <a:cs typeface="Courier" charset="0"/>
              </a:rPr>
              <a:t>    &lt;</a:t>
            </a:r>
            <a:r>
              <a:rPr lang="en-US" altLang="zh-CN" b="1" dirty="0">
                <a:solidFill>
                  <a:srgbClr val="000080"/>
                </a:solidFill>
                <a:latin typeface="Courier" charset="0"/>
                <a:ea typeface="Courier" charset="0"/>
                <a:cs typeface="Courier" charset="0"/>
              </a:rPr>
              <a:t>span</a:t>
            </a:r>
            <a:r>
              <a:rPr lang="en-US" altLang="zh-CN" b="1" dirty="0">
                <a:latin typeface="Courier" charset="0"/>
                <a:ea typeface="Courier" charset="0"/>
                <a:cs typeface="Courier" charset="0"/>
              </a:rPr>
              <a:t>&gt;--{{ </a:t>
            </a:r>
            <a:r>
              <a:rPr lang="en-US" altLang="zh-CN" b="1" dirty="0" err="1">
                <a:solidFill>
                  <a:srgbClr val="0000FF"/>
                </a:solidFill>
                <a:latin typeface="Courier" charset="0"/>
                <a:ea typeface="Courier" charset="0"/>
                <a:cs typeface="Courier" charset="0"/>
              </a:rPr>
              <a:t>obj</a:t>
            </a:r>
            <a:r>
              <a:rPr lang="en-US" altLang="zh-CN" b="1" dirty="0" err="1">
                <a:latin typeface="Courier" charset="0"/>
                <a:ea typeface="Courier" charset="0"/>
                <a:cs typeface="Courier" charset="0"/>
              </a:rPr>
              <a:t>.</a:t>
            </a:r>
            <a:r>
              <a:rPr lang="en-US" altLang="zh-CN" b="1" dirty="0" err="1">
                <a:solidFill>
                  <a:srgbClr val="0000FF"/>
                </a:solidFill>
                <a:latin typeface="Courier" charset="0"/>
                <a:ea typeface="Courier" charset="0"/>
                <a:cs typeface="Courier" charset="0"/>
              </a:rPr>
              <a:t>author</a:t>
            </a:r>
            <a:r>
              <a:rPr lang="en-US" altLang="zh-CN" b="1" dirty="0" err="1">
                <a:latin typeface="Courier" charset="0"/>
                <a:ea typeface="Courier" charset="0"/>
                <a:cs typeface="Courier" charset="0"/>
              </a:rPr>
              <a:t>.</a:t>
            </a:r>
            <a:r>
              <a:rPr lang="en-US" altLang="zh-CN" b="1" dirty="0" err="1">
                <a:solidFill>
                  <a:srgbClr val="0000FF"/>
                </a:solidFill>
                <a:latin typeface="Courier" charset="0"/>
                <a:ea typeface="Courier" charset="0"/>
                <a:cs typeface="Courier" charset="0"/>
              </a:rPr>
              <a:t>name</a:t>
            </a:r>
            <a:r>
              <a:rPr lang="en-US" altLang="zh-CN" b="1" dirty="0">
                <a:solidFill>
                  <a:srgbClr val="0000FF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altLang="zh-CN" b="1" dirty="0">
                <a:latin typeface="Courier" charset="0"/>
                <a:ea typeface="Courier" charset="0"/>
                <a:cs typeface="Courier" charset="0"/>
              </a:rPr>
              <a:t>}}&lt;/</a:t>
            </a:r>
            <a:r>
              <a:rPr lang="en-US" altLang="zh-CN" b="1" dirty="0">
                <a:solidFill>
                  <a:srgbClr val="000080"/>
                </a:solidFill>
                <a:latin typeface="Courier" charset="0"/>
                <a:ea typeface="Courier" charset="0"/>
                <a:cs typeface="Courier" charset="0"/>
              </a:rPr>
              <a:t>span</a:t>
            </a:r>
            <a:r>
              <a:rPr lang="en-US" altLang="zh-CN" b="1" dirty="0">
                <a:latin typeface="Courier" charset="0"/>
                <a:ea typeface="Courier" charset="0"/>
                <a:cs typeface="Courier" charset="0"/>
              </a:rPr>
              <a:t>&gt;&lt;</a:t>
            </a:r>
            <a:r>
              <a:rPr lang="en-US" altLang="zh-CN" b="1" dirty="0" err="1">
                <a:solidFill>
                  <a:srgbClr val="000080"/>
                </a:solidFill>
                <a:latin typeface="Courier" charset="0"/>
                <a:ea typeface="Courier" charset="0"/>
                <a:cs typeface="Courier" charset="0"/>
              </a:rPr>
              <a:t>br</a:t>
            </a:r>
            <a:r>
              <a:rPr lang="en-US" altLang="zh-CN" b="1" dirty="0">
                <a:latin typeface="Courier" charset="0"/>
                <a:ea typeface="Courier" charset="0"/>
                <a:cs typeface="Courier" charset="0"/>
              </a:rPr>
              <a:t>&gt;</a:t>
            </a:r>
            <a:br>
              <a:rPr lang="en-US" altLang="zh-CN" b="1" dirty="0">
                <a:latin typeface="Courier" charset="0"/>
                <a:ea typeface="Courier" charset="0"/>
                <a:cs typeface="Courier" charset="0"/>
              </a:rPr>
            </a:br>
            <a:r>
              <a:rPr lang="en-US" altLang="zh-CN" b="1" dirty="0">
                <a:latin typeface="Courier" charset="0"/>
                <a:ea typeface="Courier" charset="0"/>
                <a:cs typeface="Courier" charset="0"/>
              </a:rPr>
              <a:t>{% </a:t>
            </a:r>
            <a:r>
              <a:rPr lang="en-US" altLang="zh-CN" b="1" dirty="0" err="1">
                <a:solidFill>
                  <a:srgbClr val="000080"/>
                </a:solidFill>
                <a:latin typeface="Courier" charset="0"/>
                <a:ea typeface="Courier" charset="0"/>
                <a:cs typeface="Courier" charset="0"/>
              </a:rPr>
              <a:t>endfor</a:t>
            </a:r>
            <a:r>
              <a:rPr lang="en-US" altLang="zh-CN" b="1" dirty="0">
                <a:solidFill>
                  <a:srgbClr val="000080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altLang="zh-CN" b="1" dirty="0">
                <a:latin typeface="Courier" charset="0"/>
                <a:ea typeface="Courier" charset="0"/>
                <a:cs typeface="Courier" charset="0"/>
              </a:rPr>
              <a:t>%}</a:t>
            </a:r>
            <a:br>
              <a:rPr lang="en-US" altLang="zh-CN" b="1" dirty="0">
                <a:latin typeface="Courier" charset="0"/>
                <a:ea typeface="Courier" charset="0"/>
                <a:cs typeface="Courier" charset="0"/>
              </a:rPr>
            </a:br>
            <a:r>
              <a:rPr lang="en-US" altLang="zh-CN" b="1" dirty="0">
                <a:latin typeface="Courier" charset="0"/>
                <a:ea typeface="Courier" charset="0"/>
                <a:cs typeface="Courier" charset="0"/>
              </a:rPr>
              <a:t>&lt;/</a:t>
            </a:r>
            <a:r>
              <a:rPr lang="en-US" altLang="zh-CN" b="1" dirty="0">
                <a:solidFill>
                  <a:srgbClr val="000080"/>
                </a:solidFill>
                <a:latin typeface="Courier" charset="0"/>
                <a:ea typeface="Courier" charset="0"/>
                <a:cs typeface="Courier" charset="0"/>
              </a:rPr>
              <a:t>body</a:t>
            </a:r>
            <a:r>
              <a:rPr lang="en-US" altLang="zh-CN" b="1" dirty="0">
                <a:latin typeface="Courier" charset="0"/>
                <a:ea typeface="Courier" charset="0"/>
                <a:cs typeface="Courier" charset="0"/>
              </a:rPr>
              <a:t>&gt;</a:t>
            </a:r>
            <a:br>
              <a:rPr lang="en-US" altLang="zh-CN" b="1" dirty="0">
                <a:latin typeface="Courier" charset="0"/>
                <a:ea typeface="Courier" charset="0"/>
                <a:cs typeface="Courier" charset="0"/>
              </a:rPr>
            </a:br>
            <a:r>
              <a:rPr lang="en-US" altLang="zh-CN" b="1" dirty="0">
                <a:latin typeface="Courier" charset="0"/>
                <a:ea typeface="Courier" charset="0"/>
                <a:cs typeface="Courier" charset="0"/>
              </a:rPr>
              <a:t>&lt;/</a:t>
            </a:r>
            <a:r>
              <a:rPr lang="en-US" altLang="zh-CN" b="1" dirty="0">
                <a:solidFill>
                  <a:srgbClr val="000080"/>
                </a:solidFill>
                <a:latin typeface="Courier" charset="0"/>
                <a:ea typeface="Courier" charset="0"/>
                <a:cs typeface="Courier" charset="0"/>
              </a:rPr>
              <a:t>html</a:t>
            </a:r>
            <a:r>
              <a:rPr lang="en-US" altLang="zh-CN" b="1" dirty="0">
                <a:latin typeface="Courier" charset="0"/>
                <a:ea typeface="Courier" charset="0"/>
                <a:cs typeface="Courier" charset="0"/>
              </a:rPr>
              <a:t>&gt;</a:t>
            </a:r>
            <a:endParaRPr lang="zh-CN" altLang="en-US" b="1" dirty="0">
              <a:latin typeface="Courier" charset="0"/>
              <a:ea typeface="Courier" charset="0"/>
              <a:cs typeface="Courier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675984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 err="1"/>
              <a:t>listview</a:t>
            </a:r>
            <a:endParaRPr kumimoji="1" lang="zh-CN" altLang="en-US" dirty="0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800" y="2093976"/>
            <a:ext cx="7772400" cy="4676614"/>
          </a:xfrm>
        </p:spPr>
      </p:pic>
    </p:spTree>
    <p:extLst>
      <p:ext uri="{BB962C8B-B14F-4D97-AF65-F5344CB8AC3E}">
        <p14:creationId xmlns:p14="http://schemas.microsoft.com/office/powerpoint/2010/main" val="4711366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 err="1"/>
              <a:t>listview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 smtClean="0"/>
              <a:t>methods</a:t>
            </a:r>
            <a:endParaRPr kumimoji="1" lang="zh-CN" altLang="en-US" dirty="0"/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51466450"/>
              </p:ext>
            </p:extLst>
          </p:nvPr>
        </p:nvGraphicFramePr>
        <p:xfrm>
          <a:off x="685800" y="2822386"/>
          <a:ext cx="7772400" cy="2324848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3886200"/>
                <a:gridCol w="3886200"/>
              </a:tblGrid>
              <a:tr h="581212">
                <a:tc>
                  <a:txBody>
                    <a:bodyPr/>
                    <a:lstStyle/>
                    <a:p>
                      <a:r>
                        <a:rPr lang="en-US" altLang="zh-CN" sz="2200" b="1" dirty="0" smtClean="0">
                          <a:latin typeface="+mn-lt"/>
                        </a:rPr>
                        <a:t>dispatch()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200" b="1" dirty="0" err="1" smtClean="0">
                          <a:latin typeface="+mn-lt"/>
                        </a:rPr>
                        <a:t>http_method_not_allowed</a:t>
                      </a:r>
                      <a:r>
                        <a:rPr lang="en-US" altLang="zh-CN" sz="2200" b="1" dirty="0" smtClean="0">
                          <a:latin typeface="+mn-lt"/>
                        </a:rPr>
                        <a:t>()</a:t>
                      </a:r>
                    </a:p>
                  </a:txBody>
                  <a:tcPr/>
                </a:tc>
              </a:tr>
              <a:tr h="581212">
                <a:tc>
                  <a:txBody>
                    <a:bodyPr/>
                    <a:lstStyle/>
                    <a:p>
                      <a:r>
                        <a:rPr lang="en-US" altLang="zh-CN" sz="2200" b="1" dirty="0" err="1" smtClean="0">
                          <a:latin typeface="+mn-lt"/>
                        </a:rPr>
                        <a:t>get_template_names</a:t>
                      </a:r>
                      <a:r>
                        <a:rPr lang="en-US" altLang="zh-CN" sz="2200" b="1" dirty="0" smtClean="0">
                          <a:latin typeface="+mn-lt"/>
                        </a:rPr>
                        <a:t>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mr-IN" altLang="zh-CN" sz="2200" b="1" dirty="0" err="1" smtClean="0">
                          <a:latin typeface="+mn-lt"/>
                        </a:rPr>
                        <a:t>get</a:t>
                      </a:r>
                      <a:r>
                        <a:rPr lang="mr-IN" altLang="zh-CN" sz="2200" b="1" dirty="0" smtClean="0">
                          <a:latin typeface="+mn-lt"/>
                        </a:rPr>
                        <a:t>()</a:t>
                      </a:r>
                    </a:p>
                  </a:txBody>
                  <a:tcPr/>
                </a:tc>
              </a:tr>
              <a:tr h="581212">
                <a:tc>
                  <a:txBody>
                    <a:bodyPr/>
                    <a:lstStyle/>
                    <a:p>
                      <a:r>
                        <a:rPr lang="en-US" altLang="zh-CN" sz="2200" b="1" dirty="0" err="1" smtClean="0">
                          <a:latin typeface="+mn-lt"/>
                        </a:rPr>
                        <a:t>get_queryset</a:t>
                      </a:r>
                      <a:r>
                        <a:rPr lang="en-US" altLang="zh-CN" sz="2200" b="1" dirty="0" smtClean="0">
                          <a:latin typeface="+mn-lt"/>
                        </a:rPr>
                        <a:t>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200" b="1" dirty="0" err="1" smtClean="0">
                          <a:latin typeface="+mn-lt"/>
                        </a:rPr>
                        <a:t>render_to_response</a:t>
                      </a:r>
                      <a:r>
                        <a:rPr lang="en-US" altLang="zh-CN" sz="2200" b="1" dirty="0" smtClean="0">
                          <a:latin typeface="+mn-lt"/>
                        </a:rPr>
                        <a:t>()</a:t>
                      </a:r>
                    </a:p>
                  </a:txBody>
                  <a:tcPr/>
                </a:tc>
              </a:tr>
              <a:tr h="581212">
                <a:tc>
                  <a:txBody>
                    <a:bodyPr/>
                    <a:lstStyle/>
                    <a:p>
                      <a:r>
                        <a:rPr lang="en-US" altLang="zh-CN" sz="2200" b="1" dirty="0" err="1" smtClean="0">
                          <a:latin typeface="+mn-lt"/>
                        </a:rPr>
                        <a:t>get_context_object_name</a:t>
                      </a:r>
                      <a:r>
                        <a:rPr lang="en-US" altLang="zh-CN" sz="2200" b="1" dirty="0" smtClean="0">
                          <a:latin typeface="+mn-lt"/>
                        </a:rPr>
                        <a:t>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200" b="1" dirty="0" err="1" smtClean="0">
                          <a:latin typeface="+mn-lt"/>
                        </a:rPr>
                        <a:t>get_context_data</a:t>
                      </a:r>
                      <a:r>
                        <a:rPr lang="en-US" altLang="zh-CN" sz="2200" b="1" dirty="0" smtClean="0">
                          <a:latin typeface="+mn-lt"/>
                        </a:rPr>
                        <a:t>()</a:t>
                      </a: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616679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 err="1"/>
              <a:t>listview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en-US" altLang="zh-CN" dirty="0" err="1"/>
              <a:t>g</a:t>
            </a:r>
            <a:r>
              <a:rPr kumimoji="1" lang="en-US" altLang="zh-CN" dirty="0" err="1" smtClean="0"/>
              <a:t>et_context_data</a:t>
            </a:r>
            <a:r>
              <a:rPr kumimoji="1" lang="en-US" altLang="zh-CN" dirty="0" smtClean="0"/>
              <a:t>()</a:t>
            </a:r>
          </a:p>
          <a:p>
            <a:pPr lvl="1"/>
            <a:r>
              <a:rPr lang="en-US" altLang="zh-CN" dirty="0"/>
              <a:t>Returns context data for displaying the list of objects</a:t>
            </a:r>
            <a:r>
              <a:rPr lang="en-US" altLang="zh-CN" dirty="0" smtClean="0"/>
              <a:t>.</a:t>
            </a:r>
            <a:r>
              <a:rPr lang="en-US" altLang="zh-CN" dirty="0"/>
              <a:t/>
            </a:r>
            <a:br>
              <a:rPr lang="en-US" altLang="zh-CN" dirty="0"/>
            </a:br>
            <a:endParaRPr kumimoji="1"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685800" y="3210082"/>
            <a:ext cx="7772400" cy="2862322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</p:spPr>
        <p:txBody>
          <a:bodyPr wrap="square">
            <a:spAutoFit/>
          </a:bodyPr>
          <a:lstStyle/>
          <a:p>
            <a:r>
              <a:rPr lang="en-US" altLang="zh-CN" sz="2000" b="1" dirty="0">
                <a:solidFill>
                  <a:srgbClr val="000080"/>
                </a:solidFill>
                <a:latin typeface="Courier" charset="0"/>
                <a:ea typeface="Courier" charset="0"/>
                <a:cs typeface="Courier" charset="0"/>
              </a:rPr>
              <a:t>class </a:t>
            </a:r>
            <a:r>
              <a:rPr lang="en-US" altLang="zh-CN" sz="2000" b="1" dirty="0" err="1">
                <a:latin typeface="Courier" charset="0"/>
                <a:ea typeface="Courier" charset="0"/>
                <a:cs typeface="Courier" charset="0"/>
              </a:rPr>
              <a:t>BookList</a:t>
            </a:r>
            <a:r>
              <a:rPr lang="en-US" altLang="zh-CN" sz="2000" b="1" dirty="0">
                <a:latin typeface="Courier" charset="0"/>
                <a:ea typeface="Courier" charset="0"/>
                <a:cs typeface="Courier" charset="0"/>
              </a:rPr>
              <a:t>(</a:t>
            </a:r>
            <a:r>
              <a:rPr lang="en-US" altLang="zh-CN" sz="2000" b="1" dirty="0" err="1">
                <a:latin typeface="Courier" charset="0"/>
                <a:ea typeface="Courier" charset="0"/>
                <a:cs typeface="Courier" charset="0"/>
              </a:rPr>
              <a:t>ListView</a:t>
            </a:r>
            <a:r>
              <a:rPr lang="en-US" altLang="zh-CN" sz="2000" b="1" dirty="0">
                <a:latin typeface="Courier" charset="0"/>
                <a:ea typeface="Courier" charset="0"/>
                <a:cs typeface="Courier" charset="0"/>
              </a:rPr>
              <a:t>):</a:t>
            </a:r>
            <a:br>
              <a:rPr lang="en-US" altLang="zh-CN" sz="2000" b="1" dirty="0">
                <a:latin typeface="Courier" charset="0"/>
                <a:ea typeface="Courier" charset="0"/>
                <a:cs typeface="Courier" charset="0"/>
              </a:rPr>
            </a:br>
            <a:r>
              <a:rPr lang="en-US" altLang="zh-CN" sz="2000" b="1" dirty="0">
                <a:latin typeface="Courier" charset="0"/>
                <a:ea typeface="Courier" charset="0"/>
                <a:cs typeface="Courier" charset="0"/>
              </a:rPr>
              <a:t>    model = Book</a:t>
            </a:r>
            <a:br>
              <a:rPr lang="en-US" altLang="zh-CN" sz="2000" b="1" dirty="0">
                <a:latin typeface="Courier" charset="0"/>
                <a:ea typeface="Courier" charset="0"/>
                <a:cs typeface="Courier" charset="0"/>
              </a:rPr>
            </a:br>
            <a:r>
              <a:rPr lang="en-US" altLang="zh-CN" sz="2000" b="1" dirty="0">
                <a:latin typeface="Courier" charset="0"/>
                <a:ea typeface="Courier" charset="0"/>
                <a:cs typeface="Courier" charset="0"/>
              </a:rPr>
              <a:t>    </a:t>
            </a:r>
            <a:r>
              <a:rPr lang="en-US" altLang="zh-CN" sz="2000" b="1" dirty="0" err="1">
                <a:latin typeface="Courier" charset="0"/>
                <a:ea typeface="Courier" charset="0"/>
                <a:cs typeface="Courier" charset="0"/>
              </a:rPr>
              <a:t>template_name</a:t>
            </a:r>
            <a:r>
              <a:rPr lang="en-US" altLang="zh-CN" sz="2000" b="1" dirty="0">
                <a:latin typeface="Courier" charset="0"/>
                <a:ea typeface="Courier" charset="0"/>
                <a:cs typeface="Courier" charset="0"/>
              </a:rPr>
              <a:t> = </a:t>
            </a:r>
            <a:r>
              <a:rPr lang="en-US" altLang="zh-CN" sz="2000" b="1" dirty="0">
                <a:solidFill>
                  <a:srgbClr val="008080"/>
                </a:solidFill>
                <a:latin typeface="Courier" charset="0"/>
                <a:ea typeface="Courier" charset="0"/>
                <a:cs typeface="Courier" charset="0"/>
              </a:rPr>
              <a:t>'</a:t>
            </a:r>
            <a:r>
              <a:rPr lang="en-US" altLang="zh-CN" sz="2000" b="1" dirty="0" err="1">
                <a:solidFill>
                  <a:srgbClr val="008080"/>
                </a:solidFill>
                <a:latin typeface="Courier" charset="0"/>
                <a:ea typeface="Courier" charset="0"/>
                <a:cs typeface="Courier" charset="0"/>
              </a:rPr>
              <a:t>list.html</a:t>
            </a:r>
            <a:r>
              <a:rPr lang="en-US" altLang="zh-CN" sz="2000" b="1" dirty="0">
                <a:solidFill>
                  <a:srgbClr val="008080"/>
                </a:solidFill>
                <a:latin typeface="Courier" charset="0"/>
                <a:ea typeface="Courier" charset="0"/>
                <a:cs typeface="Courier" charset="0"/>
              </a:rPr>
              <a:t>'</a:t>
            </a:r>
            <a:br>
              <a:rPr lang="en-US" altLang="zh-CN" sz="2000" b="1" dirty="0">
                <a:solidFill>
                  <a:srgbClr val="008080"/>
                </a:solidFill>
                <a:latin typeface="Courier" charset="0"/>
                <a:ea typeface="Courier" charset="0"/>
                <a:cs typeface="Courier" charset="0"/>
              </a:rPr>
            </a:br>
            <a:r>
              <a:rPr lang="en-US" altLang="zh-CN" sz="2000" b="1" dirty="0">
                <a:solidFill>
                  <a:srgbClr val="008080"/>
                </a:solidFill>
                <a:latin typeface="Courier" charset="0"/>
                <a:ea typeface="Courier" charset="0"/>
                <a:cs typeface="Courier" charset="0"/>
              </a:rPr>
              <a:t/>
            </a:r>
            <a:br>
              <a:rPr lang="en-US" altLang="zh-CN" sz="2000" b="1" dirty="0">
                <a:solidFill>
                  <a:srgbClr val="008080"/>
                </a:solidFill>
                <a:latin typeface="Courier" charset="0"/>
                <a:ea typeface="Courier" charset="0"/>
                <a:cs typeface="Courier" charset="0"/>
              </a:rPr>
            </a:br>
            <a:r>
              <a:rPr lang="en-US" altLang="zh-CN" sz="2000" b="1" dirty="0">
                <a:solidFill>
                  <a:srgbClr val="008080"/>
                </a:solidFill>
                <a:latin typeface="Courier" charset="0"/>
                <a:ea typeface="Courier" charset="0"/>
                <a:cs typeface="Courier" charset="0"/>
              </a:rPr>
              <a:t>    </a:t>
            </a:r>
            <a:r>
              <a:rPr lang="en-US" altLang="zh-CN" sz="2000" b="1" dirty="0">
                <a:solidFill>
                  <a:srgbClr val="000080"/>
                </a:solidFill>
                <a:latin typeface="Courier" charset="0"/>
                <a:ea typeface="Courier" charset="0"/>
                <a:cs typeface="Courier" charset="0"/>
              </a:rPr>
              <a:t>def </a:t>
            </a:r>
            <a:r>
              <a:rPr lang="en-US" altLang="zh-CN" sz="2000" b="1" dirty="0" err="1">
                <a:latin typeface="Courier" charset="0"/>
                <a:ea typeface="Courier" charset="0"/>
                <a:cs typeface="Courier" charset="0"/>
              </a:rPr>
              <a:t>get_context_data</a:t>
            </a:r>
            <a:r>
              <a:rPr lang="en-US" altLang="zh-CN" sz="2000" b="1" dirty="0">
                <a:latin typeface="Courier" charset="0"/>
                <a:ea typeface="Courier" charset="0"/>
                <a:cs typeface="Courier" charset="0"/>
              </a:rPr>
              <a:t>(</a:t>
            </a:r>
            <a:r>
              <a:rPr lang="en-US" altLang="zh-CN" sz="2000" b="1" dirty="0">
                <a:solidFill>
                  <a:srgbClr val="94558D"/>
                </a:solidFill>
                <a:latin typeface="Courier" charset="0"/>
                <a:ea typeface="Courier" charset="0"/>
                <a:cs typeface="Courier" charset="0"/>
              </a:rPr>
              <a:t>self</a:t>
            </a:r>
            <a:r>
              <a:rPr lang="en-US" altLang="zh-CN" sz="2000" b="1" dirty="0">
                <a:latin typeface="Courier" charset="0"/>
                <a:ea typeface="Courier" charset="0"/>
                <a:cs typeface="Courier" charset="0"/>
              </a:rPr>
              <a:t>, **</a:t>
            </a:r>
            <a:r>
              <a:rPr lang="en-US" altLang="zh-CN" sz="2000" b="1" dirty="0" err="1">
                <a:latin typeface="Courier" charset="0"/>
                <a:ea typeface="Courier" charset="0"/>
                <a:cs typeface="Courier" charset="0"/>
              </a:rPr>
              <a:t>kwargs</a:t>
            </a:r>
            <a:r>
              <a:rPr lang="en-US" altLang="zh-CN" sz="2000" b="1" dirty="0">
                <a:latin typeface="Courier" charset="0"/>
                <a:ea typeface="Courier" charset="0"/>
                <a:cs typeface="Courier" charset="0"/>
              </a:rPr>
              <a:t>):</a:t>
            </a:r>
            <a:br>
              <a:rPr lang="en-US" altLang="zh-CN" sz="2000" b="1" dirty="0">
                <a:latin typeface="Courier" charset="0"/>
                <a:ea typeface="Courier" charset="0"/>
                <a:cs typeface="Courier" charset="0"/>
              </a:rPr>
            </a:br>
            <a:r>
              <a:rPr lang="en-US" altLang="zh-CN" sz="2000" b="1" dirty="0">
                <a:latin typeface="Courier" charset="0"/>
                <a:ea typeface="Courier" charset="0"/>
                <a:cs typeface="Courier" charset="0"/>
              </a:rPr>
              <a:t>        context = </a:t>
            </a:r>
            <a:r>
              <a:rPr lang="en-US" altLang="zh-CN" sz="2000" b="1" dirty="0">
                <a:solidFill>
                  <a:srgbClr val="000080"/>
                </a:solidFill>
                <a:latin typeface="Courier" charset="0"/>
                <a:ea typeface="Courier" charset="0"/>
                <a:cs typeface="Courier" charset="0"/>
              </a:rPr>
              <a:t>super</a:t>
            </a:r>
            <a:r>
              <a:rPr lang="en-US" altLang="zh-CN" sz="2000" b="1" dirty="0">
                <a:latin typeface="Courier" charset="0"/>
                <a:ea typeface="Courier" charset="0"/>
                <a:cs typeface="Courier" charset="0"/>
              </a:rPr>
              <a:t>(</a:t>
            </a:r>
            <a:r>
              <a:rPr lang="en-US" altLang="zh-CN" sz="2000" b="1" dirty="0" err="1">
                <a:latin typeface="Courier" charset="0"/>
                <a:ea typeface="Courier" charset="0"/>
                <a:cs typeface="Courier" charset="0"/>
              </a:rPr>
              <a:t>BookList</a:t>
            </a:r>
            <a:r>
              <a:rPr lang="en-US" altLang="zh-CN" sz="2000" b="1" dirty="0">
                <a:latin typeface="Courier" charset="0"/>
                <a:ea typeface="Courier" charset="0"/>
                <a:cs typeface="Courier" charset="0"/>
              </a:rPr>
              <a:t>, </a:t>
            </a:r>
            <a:r>
              <a:rPr lang="en-US" altLang="zh-CN" sz="2000" b="1" dirty="0">
                <a:solidFill>
                  <a:srgbClr val="94558D"/>
                </a:solidFill>
                <a:latin typeface="Courier" charset="0"/>
                <a:ea typeface="Courier" charset="0"/>
                <a:cs typeface="Courier" charset="0"/>
              </a:rPr>
              <a:t>self</a:t>
            </a:r>
            <a:r>
              <a:rPr lang="en-US" altLang="zh-CN" sz="2000" b="1" dirty="0">
                <a:latin typeface="Courier" charset="0"/>
                <a:ea typeface="Courier" charset="0"/>
                <a:cs typeface="Courier" charset="0"/>
              </a:rPr>
              <a:t>).</a:t>
            </a:r>
            <a:r>
              <a:rPr lang="en-US" altLang="zh-CN" sz="2000" b="1" dirty="0" err="1">
                <a:latin typeface="Courier" charset="0"/>
                <a:ea typeface="Courier" charset="0"/>
                <a:cs typeface="Courier" charset="0"/>
              </a:rPr>
              <a:t>get_context_data</a:t>
            </a:r>
            <a:r>
              <a:rPr lang="en-US" altLang="zh-CN" sz="2000" b="1" dirty="0">
                <a:latin typeface="Courier" charset="0"/>
                <a:ea typeface="Courier" charset="0"/>
                <a:cs typeface="Courier" charset="0"/>
              </a:rPr>
              <a:t>(**</a:t>
            </a:r>
            <a:r>
              <a:rPr lang="en-US" altLang="zh-CN" sz="2000" b="1" dirty="0" err="1">
                <a:latin typeface="Courier" charset="0"/>
                <a:ea typeface="Courier" charset="0"/>
                <a:cs typeface="Courier" charset="0"/>
              </a:rPr>
              <a:t>kwargs</a:t>
            </a:r>
            <a:r>
              <a:rPr lang="en-US" altLang="zh-CN" sz="2000" b="1" dirty="0">
                <a:latin typeface="Courier" charset="0"/>
                <a:ea typeface="Courier" charset="0"/>
                <a:cs typeface="Courier" charset="0"/>
              </a:rPr>
              <a:t>)</a:t>
            </a:r>
            <a:br>
              <a:rPr lang="en-US" altLang="zh-CN" sz="2000" b="1" dirty="0">
                <a:latin typeface="Courier" charset="0"/>
                <a:ea typeface="Courier" charset="0"/>
                <a:cs typeface="Courier" charset="0"/>
              </a:rPr>
            </a:br>
            <a:r>
              <a:rPr lang="en-US" altLang="zh-CN" sz="2000" b="1" dirty="0">
                <a:latin typeface="Courier" charset="0"/>
                <a:ea typeface="Courier" charset="0"/>
                <a:cs typeface="Courier" charset="0"/>
              </a:rPr>
              <a:t>        context[</a:t>
            </a:r>
            <a:r>
              <a:rPr lang="en-US" altLang="zh-CN" sz="2000" b="1" dirty="0">
                <a:solidFill>
                  <a:srgbClr val="008080"/>
                </a:solidFill>
                <a:latin typeface="Courier" charset="0"/>
                <a:ea typeface="Courier" charset="0"/>
                <a:cs typeface="Courier" charset="0"/>
              </a:rPr>
              <a:t>'now'</a:t>
            </a:r>
            <a:r>
              <a:rPr lang="en-US" altLang="zh-CN" sz="2000" b="1" dirty="0">
                <a:latin typeface="Courier" charset="0"/>
                <a:ea typeface="Courier" charset="0"/>
                <a:cs typeface="Courier" charset="0"/>
              </a:rPr>
              <a:t>] = </a:t>
            </a:r>
            <a:r>
              <a:rPr lang="en-US" altLang="zh-CN" sz="2000" b="1" dirty="0" err="1">
                <a:latin typeface="Courier" charset="0"/>
                <a:ea typeface="Courier" charset="0"/>
                <a:cs typeface="Courier" charset="0"/>
              </a:rPr>
              <a:t>datetime.now</a:t>
            </a:r>
            <a:r>
              <a:rPr lang="en-US" altLang="zh-CN" sz="2000" b="1" dirty="0">
                <a:latin typeface="Courier" charset="0"/>
                <a:ea typeface="Courier" charset="0"/>
                <a:cs typeface="Courier" charset="0"/>
              </a:rPr>
              <a:t>()</a:t>
            </a:r>
            <a:br>
              <a:rPr lang="en-US" altLang="zh-CN" sz="2000" b="1" dirty="0">
                <a:latin typeface="Courier" charset="0"/>
                <a:ea typeface="Courier" charset="0"/>
                <a:cs typeface="Courier" charset="0"/>
              </a:rPr>
            </a:br>
            <a:r>
              <a:rPr lang="en-US" altLang="zh-CN" sz="2000" b="1" dirty="0">
                <a:latin typeface="Courier" charset="0"/>
                <a:ea typeface="Courier" charset="0"/>
                <a:cs typeface="Courier" charset="0"/>
              </a:rPr>
              <a:t>        </a:t>
            </a:r>
            <a:r>
              <a:rPr lang="en-US" altLang="zh-CN" sz="2000" b="1" dirty="0">
                <a:solidFill>
                  <a:srgbClr val="000080"/>
                </a:solidFill>
                <a:latin typeface="Courier" charset="0"/>
                <a:ea typeface="Courier" charset="0"/>
                <a:cs typeface="Courier" charset="0"/>
              </a:rPr>
              <a:t>return </a:t>
            </a:r>
            <a:r>
              <a:rPr lang="en-US" altLang="zh-CN" sz="2000" b="1" dirty="0">
                <a:latin typeface="Courier" charset="0"/>
                <a:ea typeface="Courier" charset="0"/>
                <a:cs typeface="Courier" charset="0"/>
              </a:rPr>
              <a:t>context</a:t>
            </a:r>
            <a:endParaRPr lang="zh-CN" altLang="en-US" sz="2000" b="1" dirty="0">
              <a:latin typeface="Courier" charset="0"/>
              <a:ea typeface="Courier" charset="0"/>
              <a:cs typeface="Courier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57768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 err="1"/>
              <a:t>listview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kumimoji="1" lang="en-US" altLang="zh-CN" dirty="0" smtClean="0"/>
              <a:t>Context:</a:t>
            </a:r>
            <a:endParaRPr kumimoji="1" lang="en-US" altLang="zh-CN" dirty="0"/>
          </a:p>
          <a:p>
            <a:pPr lvl="1"/>
            <a:r>
              <a:rPr kumimoji="1" lang="en-US" altLang="zh-CN" dirty="0" err="1">
                <a:solidFill>
                  <a:srgbClr val="0070C0"/>
                </a:solidFill>
              </a:rPr>
              <a:t>object_list</a:t>
            </a:r>
            <a:r>
              <a:rPr kumimoji="1" lang="en-US" altLang="zh-CN" dirty="0"/>
              <a:t>: The list of objects that this view is displaying. If </a:t>
            </a:r>
            <a:r>
              <a:rPr kumimoji="1" lang="en-US" altLang="zh-CN" dirty="0" err="1"/>
              <a:t>context_object_name</a:t>
            </a:r>
            <a:r>
              <a:rPr kumimoji="1" lang="en-US" altLang="zh-CN" dirty="0"/>
              <a:t> is specified, that variable will also be set in the context, with the same value as </a:t>
            </a:r>
            <a:r>
              <a:rPr kumimoji="1" lang="en-US" altLang="zh-CN" dirty="0" err="1"/>
              <a:t>object_list</a:t>
            </a:r>
            <a:r>
              <a:rPr kumimoji="1" lang="en-US" altLang="zh-CN" dirty="0"/>
              <a:t>.</a:t>
            </a:r>
          </a:p>
          <a:p>
            <a:pPr lvl="1"/>
            <a:r>
              <a:rPr kumimoji="1" lang="en-US" altLang="zh-CN" dirty="0" err="1">
                <a:solidFill>
                  <a:srgbClr val="0070C0"/>
                </a:solidFill>
              </a:rPr>
              <a:t>is_paginated</a:t>
            </a:r>
            <a:r>
              <a:rPr kumimoji="1" lang="en-US" altLang="zh-CN" dirty="0"/>
              <a:t>: A </a:t>
            </a:r>
            <a:r>
              <a:rPr kumimoji="1" lang="en-US" altLang="zh-CN" dirty="0" err="1"/>
              <a:t>boolean</a:t>
            </a:r>
            <a:r>
              <a:rPr kumimoji="1" lang="en-US" altLang="zh-CN" dirty="0"/>
              <a:t> representing whether the results are paginated. Specifically, this is set to False if no page size has been specified, or if the available objects do not span multiple pages.</a:t>
            </a:r>
          </a:p>
          <a:p>
            <a:pPr lvl="1"/>
            <a:r>
              <a:rPr kumimoji="1" lang="en-US" altLang="zh-CN" dirty="0" err="1">
                <a:solidFill>
                  <a:srgbClr val="0070C0"/>
                </a:solidFill>
              </a:rPr>
              <a:t>paginator</a:t>
            </a:r>
            <a:r>
              <a:rPr kumimoji="1" lang="en-US" altLang="zh-CN" dirty="0"/>
              <a:t>: An instance of </a:t>
            </a:r>
            <a:r>
              <a:rPr kumimoji="1" lang="en-US" altLang="zh-CN" dirty="0" err="1"/>
              <a:t>django.core.paginator.Paginator</a:t>
            </a:r>
            <a:r>
              <a:rPr kumimoji="1" lang="en-US" altLang="zh-CN" dirty="0"/>
              <a:t>. If the page is not paginated, this context variable will be None.</a:t>
            </a:r>
          </a:p>
          <a:p>
            <a:pPr lvl="1"/>
            <a:r>
              <a:rPr kumimoji="1" lang="en-US" altLang="zh-CN" dirty="0" err="1">
                <a:solidFill>
                  <a:srgbClr val="0070C0"/>
                </a:solidFill>
              </a:rPr>
              <a:t>page_obj</a:t>
            </a:r>
            <a:r>
              <a:rPr kumimoji="1" lang="en-US" altLang="zh-CN" dirty="0"/>
              <a:t>: An instance of </a:t>
            </a:r>
            <a:r>
              <a:rPr kumimoji="1" lang="en-US" altLang="zh-CN" dirty="0" err="1"/>
              <a:t>django.core.paginator.Page</a:t>
            </a:r>
            <a:r>
              <a:rPr kumimoji="1" lang="en-US" altLang="zh-CN" dirty="0"/>
              <a:t>. If the page is not paginated, this context variable will be None.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5355613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 err="1"/>
              <a:t>listview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85800" y="2121408"/>
            <a:ext cx="7772400" cy="1267251"/>
          </a:xfrm>
        </p:spPr>
        <p:txBody>
          <a:bodyPr/>
          <a:lstStyle/>
          <a:p>
            <a:r>
              <a:rPr kumimoji="1" lang="en-US" altLang="zh-CN" dirty="0" err="1" smtClean="0"/>
              <a:t>get_queryset</a:t>
            </a:r>
            <a:r>
              <a:rPr kumimoji="1" lang="en-US" altLang="zh-CN" dirty="0" smtClean="0"/>
              <a:t>()</a:t>
            </a:r>
          </a:p>
          <a:p>
            <a:pPr lvl="1"/>
            <a:r>
              <a:rPr kumimoji="1" lang="en-US" altLang="zh-CN" dirty="0"/>
              <a:t>Get the list of items for this view. This must be an </a:t>
            </a:r>
            <a:r>
              <a:rPr kumimoji="1" lang="en-US" altLang="zh-CN" dirty="0" err="1"/>
              <a:t>iterable</a:t>
            </a:r>
            <a:r>
              <a:rPr kumimoji="1" lang="en-US" altLang="zh-CN" dirty="0"/>
              <a:t> and may be a </a:t>
            </a:r>
            <a:r>
              <a:rPr kumimoji="1" lang="en-US" altLang="zh-CN" dirty="0" err="1"/>
              <a:t>queryset</a:t>
            </a:r>
            <a:endParaRPr kumimoji="1" lang="zh-CN" altLang="en-US" dirty="0"/>
          </a:p>
        </p:txBody>
      </p:sp>
      <p:sp>
        <p:nvSpPr>
          <p:cNvPr id="5" name="矩形 4"/>
          <p:cNvSpPr/>
          <p:nvPr/>
        </p:nvSpPr>
        <p:spPr>
          <a:xfrm>
            <a:off x="262218" y="3525414"/>
            <a:ext cx="8619564" cy="2246769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</p:spPr>
        <p:txBody>
          <a:bodyPr wrap="square">
            <a:spAutoFit/>
          </a:bodyPr>
          <a:lstStyle/>
          <a:p>
            <a:r>
              <a:rPr lang="en-US" altLang="zh-CN" sz="2000" b="1" dirty="0">
                <a:solidFill>
                  <a:srgbClr val="000080"/>
                </a:solidFill>
                <a:latin typeface="Courier" charset="0"/>
                <a:ea typeface="Courier" charset="0"/>
                <a:cs typeface="Courier" charset="0"/>
              </a:rPr>
              <a:t>class </a:t>
            </a:r>
            <a:r>
              <a:rPr lang="en-US" altLang="zh-CN" sz="2000" b="1" dirty="0" err="1">
                <a:latin typeface="Courier" charset="0"/>
                <a:ea typeface="Courier" charset="0"/>
                <a:cs typeface="Courier" charset="0"/>
              </a:rPr>
              <a:t>BookList</a:t>
            </a:r>
            <a:r>
              <a:rPr lang="en-US" altLang="zh-CN" sz="2000" b="1" dirty="0">
                <a:latin typeface="Courier" charset="0"/>
                <a:ea typeface="Courier" charset="0"/>
                <a:cs typeface="Courier" charset="0"/>
              </a:rPr>
              <a:t>(</a:t>
            </a:r>
            <a:r>
              <a:rPr lang="en-US" altLang="zh-CN" sz="2000" b="1" dirty="0" err="1">
                <a:latin typeface="Courier" charset="0"/>
                <a:ea typeface="Courier" charset="0"/>
                <a:cs typeface="Courier" charset="0"/>
              </a:rPr>
              <a:t>ListView</a:t>
            </a:r>
            <a:r>
              <a:rPr lang="en-US" altLang="zh-CN" sz="2000" b="1" dirty="0">
                <a:latin typeface="Courier" charset="0"/>
                <a:ea typeface="Courier" charset="0"/>
                <a:cs typeface="Courier" charset="0"/>
              </a:rPr>
              <a:t>):</a:t>
            </a:r>
            <a:br>
              <a:rPr lang="en-US" altLang="zh-CN" sz="2000" b="1" dirty="0">
                <a:latin typeface="Courier" charset="0"/>
                <a:ea typeface="Courier" charset="0"/>
                <a:cs typeface="Courier" charset="0"/>
              </a:rPr>
            </a:br>
            <a:r>
              <a:rPr lang="en-US" altLang="zh-CN" sz="2000" b="1" dirty="0">
                <a:latin typeface="Courier" charset="0"/>
                <a:ea typeface="Courier" charset="0"/>
                <a:cs typeface="Courier" charset="0"/>
              </a:rPr>
              <a:t>    model = Book</a:t>
            </a:r>
            <a:br>
              <a:rPr lang="en-US" altLang="zh-CN" sz="2000" b="1" dirty="0">
                <a:latin typeface="Courier" charset="0"/>
                <a:ea typeface="Courier" charset="0"/>
                <a:cs typeface="Courier" charset="0"/>
              </a:rPr>
            </a:br>
            <a:r>
              <a:rPr lang="en-US" altLang="zh-CN" sz="2000" b="1" dirty="0">
                <a:latin typeface="Courier" charset="0"/>
                <a:ea typeface="Courier" charset="0"/>
                <a:cs typeface="Courier" charset="0"/>
              </a:rPr>
              <a:t>    </a:t>
            </a:r>
            <a:r>
              <a:rPr lang="en-US" altLang="zh-CN" sz="2000" b="1" dirty="0" err="1">
                <a:latin typeface="Courier" charset="0"/>
                <a:ea typeface="Courier" charset="0"/>
                <a:cs typeface="Courier" charset="0"/>
              </a:rPr>
              <a:t>template_name</a:t>
            </a:r>
            <a:r>
              <a:rPr lang="en-US" altLang="zh-CN" sz="2000" b="1" dirty="0">
                <a:latin typeface="Courier" charset="0"/>
                <a:ea typeface="Courier" charset="0"/>
                <a:cs typeface="Courier" charset="0"/>
              </a:rPr>
              <a:t> = </a:t>
            </a:r>
            <a:r>
              <a:rPr lang="en-US" altLang="zh-CN" sz="2000" b="1" dirty="0">
                <a:solidFill>
                  <a:srgbClr val="008080"/>
                </a:solidFill>
                <a:latin typeface="Courier" charset="0"/>
                <a:ea typeface="Courier" charset="0"/>
                <a:cs typeface="Courier" charset="0"/>
              </a:rPr>
              <a:t>'</a:t>
            </a:r>
            <a:r>
              <a:rPr lang="en-US" altLang="zh-CN" sz="2000" b="1" dirty="0" err="1">
                <a:solidFill>
                  <a:srgbClr val="008080"/>
                </a:solidFill>
                <a:latin typeface="Courier" charset="0"/>
                <a:ea typeface="Courier" charset="0"/>
                <a:cs typeface="Courier" charset="0"/>
              </a:rPr>
              <a:t>list.html</a:t>
            </a:r>
            <a:r>
              <a:rPr lang="en-US" altLang="zh-CN" sz="2000" b="1" dirty="0">
                <a:solidFill>
                  <a:srgbClr val="008080"/>
                </a:solidFill>
                <a:latin typeface="Courier" charset="0"/>
                <a:ea typeface="Courier" charset="0"/>
                <a:cs typeface="Courier" charset="0"/>
              </a:rPr>
              <a:t>'</a:t>
            </a:r>
            <a:br>
              <a:rPr lang="en-US" altLang="zh-CN" sz="2000" b="1" dirty="0">
                <a:solidFill>
                  <a:srgbClr val="008080"/>
                </a:solidFill>
                <a:latin typeface="Courier" charset="0"/>
                <a:ea typeface="Courier" charset="0"/>
                <a:cs typeface="Courier" charset="0"/>
              </a:rPr>
            </a:br>
            <a:r>
              <a:rPr lang="en-US" altLang="zh-CN" sz="2000" b="1" dirty="0">
                <a:solidFill>
                  <a:srgbClr val="008080"/>
                </a:solidFill>
                <a:latin typeface="Courier" charset="0"/>
                <a:ea typeface="Courier" charset="0"/>
                <a:cs typeface="Courier" charset="0"/>
              </a:rPr>
              <a:t/>
            </a:r>
            <a:br>
              <a:rPr lang="en-US" altLang="zh-CN" sz="2000" b="1" dirty="0">
                <a:solidFill>
                  <a:srgbClr val="008080"/>
                </a:solidFill>
                <a:latin typeface="Courier" charset="0"/>
                <a:ea typeface="Courier" charset="0"/>
                <a:cs typeface="Courier" charset="0"/>
              </a:rPr>
            </a:br>
            <a:r>
              <a:rPr lang="en-US" altLang="zh-CN" sz="2000" b="1" dirty="0">
                <a:solidFill>
                  <a:srgbClr val="008080"/>
                </a:solidFill>
                <a:latin typeface="Courier" charset="0"/>
                <a:ea typeface="Courier" charset="0"/>
                <a:cs typeface="Courier" charset="0"/>
              </a:rPr>
              <a:t>    </a:t>
            </a:r>
            <a:r>
              <a:rPr lang="en-US" altLang="zh-CN" sz="2000" b="1" dirty="0">
                <a:solidFill>
                  <a:srgbClr val="000080"/>
                </a:solidFill>
                <a:latin typeface="Courier" charset="0"/>
                <a:ea typeface="Courier" charset="0"/>
                <a:cs typeface="Courier" charset="0"/>
              </a:rPr>
              <a:t>def </a:t>
            </a:r>
            <a:r>
              <a:rPr lang="en-US" altLang="zh-CN" sz="2000" b="1" dirty="0" err="1">
                <a:latin typeface="Courier" charset="0"/>
                <a:ea typeface="Courier" charset="0"/>
                <a:cs typeface="Courier" charset="0"/>
              </a:rPr>
              <a:t>get_queryset</a:t>
            </a:r>
            <a:r>
              <a:rPr lang="en-US" altLang="zh-CN" sz="2000" b="1" dirty="0">
                <a:latin typeface="Courier" charset="0"/>
                <a:ea typeface="Courier" charset="0"/>
                <a:cs typeface="Courier" charset="0"/>
              </a:rPr>
              <a:t>(</a:t>
            </a:r>
            <a:r>
              <a:rPr lang="en-US" altLang="zh-CN" sz="2000" b="1" dirty="0">
                <a:solidFill>
                  <a:srgbClr val="94558D"/>
                </a:solidFill>
                <a:latin typeface="Courier" charset="0"/>
                <a:ea typeface="Courier" charset="0"/>
                <a:cs typeface="Courier" charset="0"/>
              </a:rPr>
              <a:t>self</a:t>
            </a:r>
            <a:r>
              <a:rPr lang="en-US" altLang="zh-CN" sz="2000" b="1" dirty="0">
                <a:latin typeface="Courier" charset="0"/>
                <a:ea typeface="Courier" charset="0"/>
                <a:cs typeface="Courier" charset="0"/>
              </a:rPr>
              <a:t>):</a:t>
            </a:r>
            <a:br>
              <a:rPr lang="en-US" altLang="zh-CN" sz="2000" b="1" dirty="0">
                <a:latin typeface="Courier" charset="0"/>
                <a:ea typeface="Courier" charset="0"/>
                <a:cs typeface="Courier" charset="0"/>
              </a:rPr>
            </a:br>
            <a:r>
              <a:rPr lang="en-US" altLang="zh-CN" sz="2000" b="1" dirty="0">
                <a:latin typeface="Courier" charset="0"/>
                <a:ea typeface="Courier" charset="0"/>
                <a:cs typeface="Courier" charset="0"/>
              </a:rPr>
              <a:t>        </a:t>
            </a:r>
            <a:r>
              <a:rPr lang="en-US" altLang="zh-CN" sz="2000" b="1" dirty="0" err="1">
                <a:latin typeface="Courier" charset="0"/>
                <a:ea typeface="Courier" charset="0"/>
                <a:cs typeface="Courier" charset="0"/>
              </a:rPr>
              <a:t>queryset</a:t>
            </a:r>
            <a:r>
              <a:rPr lang="en-US" altLang="zh-CN" sz="2000" b="1" dirty="0">
                <a:latin typeface="Courier" charset="0"/>
                <a:ea typeface="Courier" charset="0"/>
                <a:cs typeface="Courier" charset="0"/>
              </a:rPr>
              <a:t> = </a:t>
            </a:r>
            <a:r>
              <a:rPr lang="en-US" altLang="zh-CN" sz="2000" b="1" dirty="0">
                <a:solidFill>
                  <a:srgbClr val="000080"/>
                </a:solidFill>
                <a:latin typeface="Courier" charset="0"/>
                <a:ea typeface="Courier" charset="0"/>
                <a:cs typeface="Courier" charset="0"/>
              </a:rPr>
              <a:t>super</a:t>
            </a:r>
            <a:r>
              <a:rPr lang="en-US" altLang="zh-CN" sz="2000" b="1" dirty="0">
                <a:latin typeface="Courier" charset="0"/>
                <a:ea typeface="Courier" charset="0"/>
                <a:cs typeface="Courier" charset="0"/>
              </a:rPr>
              <a:t>(</a:t>
            </a:r>
            <a:r>
              <a:rPr lang="en-US" altLang="zh-CN" sz="2000" b="1" dirty="0" err="1">
                <a:latin typeface="Courier" charset="0"/>
                <a:ea typeface="Courier" charset="0"/>
                <a:cs typeface="Courier" charset="0"/>
              </a:rPr>
              <a:t>BookList</a:t>
            </a:r>
            <a:r>
              <a:rPr lang="en-US" altLang="zh-CN" sz="2000" b="1" dirty="0">
                <a:latin typeface="Courier" charset="0"/>
                <a:ea typeface="Courier" charset="0"/>
                <a:cs typeface="Courier" charset="0"/>
              </a:rPr>
              <a:t>, </a:t>
            </a:r>
            <a:r>
              <a:rPr lang="en-US" altLang="zh-CN" sz="2000" b="1" dirty="0">
                <a:solidFill>
                  <a:srgbClr val="94558D"/>
                </a:solidFill>
                <a:latin typeface="Courier" charset="0"/>
                <a:ea typeface="Courier" charset="0"/>
                <a:cs typeface="Courier" charset="0"/>
              </a:rPr>
              <a:t>self</a:t>
            </a:r>
            <a:r>
              <a:rPr lang="en-US" altLang="zh-CN" sz="2000" b="1" dirty="0">
                <a:latin typeface="Courier" charset="0"/>
                <a:ea typeface="Courier" charset="0"/>
                <a:cs typeface="Courier" charset="0"/>
              </a:rPr>
              <a:t>).</a:t>
            </a:r>
            <a:r>
              <a:rPr lang="en-US" altLang="zh-CN" sz="2000" b="1" dirty="0" err="1">
                <a:latin typeface="Courier" charset="0"/>
                <a:ea typeface="Courier" charset="0"/>
                <a:cs typeface="Courier" charset="0"/>
              </a:rPr>
              <a:t>get_queryset</a:t>
            </a:r>
            <a:r>
              <a:rPr lang="en-US" altLang="zh-CN" sz="2000" b="1" dirty="0">
                <a:latin typeface="Courier" charset="0"/>
                <a:ea typeface="Courier" charset="0"/>
                <a:cs typeface="Courier" charset="0"/>
              </a:rPr>
              <a:t>()</a:t>
            </a:r>
            <a:br>
              <a:rPr lang="en-US" altLang="zh-CN" sz="2000" b="1" dirty="0">
                <a:latin typeface="Courier" charset="0"/>
                <a:ea typeface="Courier" charset="0"/>
                <a:cs typeface="Courier" charset="0"/>
              </a:rPr>
            </a:br>
            <a:r>
              <a:rPr lang="en-US" altLang="zh-CN" sz="2000" b="1" dirty="0">
                <a:latin typeface="Courier" charset="0"/>
                <a:ea typeface="Courier" charset="0"/>
                <a:cs typeface="Courier" charset="0"/>
              </a:rPr>
              <a:t>        </a:t>
            </a:r>
            <a:r>
              <a:rPr lang="en-US" altLang="zh-CN" sz="2000" b="1" dirty="0">
                <a:solidFill>
                  <a:srgbClr val="000080"/>
                </a:solidFill>
                <a:latin typeface="Courier" charset="0"/>
                <a:ea typeface="Courier" charset="0"/>
                <a:cs typeface="Courier" charset="0"/>
              </a:rPr>
              <a:t>return </a:t>
            </a:r>
            <a:r>
              <a:rPr lang="en-US" altLang="zh-CN" sz="2000" b="1" dirty="0" err="1">
                <a:latin typeface="Courier" charset="0"/>
                <a:ea typeface="Courier" charset="0"/>
                <a:cs typeface="Courier" charset="0"/>
              </a:rPr>
              <a:t>queryset</a:t>
            </a:r>
            <a:endParaRPr lang="zh-CN" altLang="en-US" sz="2000" b="1" dirty="0">
              <a:latin typeface="Courier" charset="0"/>
              <a:ea typeface="Courier" charset="0"/>
              <a:cs typeface="Courier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641028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 err="1"/>
              <a:t>listview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 smtClean="0"/>
              <a:t>Now,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we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modify</a:t>
            </a:r>
            <a:r>
              <a:rPr kumimoji="1" lang="zh-CN" altLang="en-US" dirty="0" smtClean="0"/>
              <a:t> </a:t>
            </a:r>
            <a:r>
              <a:rPr lang="en-US" altLang="zh-CN" dirty="0" err="1" smtClean="0"/>
              <a:t>BookList</a:t>
            </a:r>
            <a:r>
              <a:rPr lang="zh-CN" altLang="en-US" dirty="0" smtClean="0"/>
              <a:t> </a:t>
            </a:r>
            <a:r>
              <a:rPr lang="en-US" altLang="zh-CN" dirty="0" smtClean="0"/>
              <a:t>view</a:t>
            </a:r>
            <a:r>
              <a:rPr lang="zh-CN" altLang="en-US" dirty="0" smtClean="0"/>
              <a:t> </a:t>
            </a:r>
            <a:r>
              <a:rPr lang="en-US" altLang="zh-CN" dirty="0" smtClean="0"/>
              <a:t>to</a:t>
            </a:r>
            <a:r>
              <a:rPr lang="zh-CN" altLang="en-US" dirty="0" smtClean="0"/>
              <a:t> </a:t>
            </a:r>
            <a:r>
              <a:rPr lang="en-US" altLang="zh-CN" dirty="0" smtClean="0"/>
              <a:t>get</a:t>
            </a:r>
            <a:r>
              <a:rPr lang="zh-CN" altLang="en-US" dirty="0" smtClean="0"/>
              <a:t> </a:t>
            </a:r>
            <a:r>
              <a:rPr lang="en-US" altLang="zh-CN" dirty="0" smtClean="0"/>
              <a:t>book</a:t>
            </a:r>
            <a:r>
              <a:rPr lang="zh-CN" altLang="en-US" dirty="0" smtClean="0"/>
              <a:t> </a:t>
            </a:r>
            <a:r>
              <a:rPr lang="en-US" altLang="zh-CN" dirty="0" smtClean="0"/>
              <a:t>list</a:t>
            </a:r>
            <a:r>
              <a:rPr lang="zh-CN" altLang="en-US" dirty="0" smtClean="0"/>
              <a:t> </a:t>
            </a:r>
            <a:r>
              <a:rPr lang="en-US" altLang="zh-CN" dirty="0" smtClean="0"/>
              <a:t>based</a:t>
            </a:r>
            <a:r>
              <a:rPr lang="zh-CN" altLang="en-US" dirty="0" smtClean="0"/>
              <a:t> </a:t>
            </a:r>
            <a:r>
              <a:rPr lang="en-US" altLang="zh-CN" dirty="0" smtClean="0"/>
              <a:t>on</a:t>
            </a:r>
            <a:r>
              <a:rPr lang="zh-CN" altLang="en-US" dirty="0" smtClean="0"/>
              <a:t> </a:t>
            </a:r>
            <a:r>
              <a:rPr lang="en-US" altLang="zh-CN" dirty="0" smtClean="0"/>
              <a:t>name</a:t>
            </a:r>
            <a:r>
              <a:rPr lang="zh-CN" altLang="en-US" dirty="0" smtClean="0"/>
              <a:t> </a:t>
            </a:r>
            <a:r>
              <a:rPr lang="en-US" altLang="zh-CN" dirty="0" smtClean="0"/>
              <a:t>of</a:t>
            </a:r>
            <a:r>
              <a:rPr lang="zh-CN" altLang="en-US" dirty="0" smtClean="0"/>
              <a:t> </a:t>
            </a:r>
            <a:r>
              <a:rPr lang="en-US" altLang="zh-CN" dirty="0" smtClean="0"/>
              <a:t>book</a:t>
            </a:r>
            <a:endParaRPr kumimoji="1"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685800" y="3173122"/>
            <a:ext cx="7772400" cy="3139321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</p:spPr>
        <p:txBody>
          <a:bodyPr wrap="square">
            <a:spAutoFit/>
          </a:bodyPr>
          <a:lstStyle/>
          <a:p>
            <a:r>
              <a:rPr lang="en-US" altLang="zh-CN" b="1" dirty="0">
                <a:solidFill>
                  <a:srgbClr val="000080"/>
                </a:solidFill>
                <a:latin typeface="Courier" charset="0"/>
                <a:ea typeface="Courier" charset="0"/>
                <a:cs typeface="Courier" charset="0"/>
              </a:rPr>
              <a:t>class </a:t>
            </a:r>
            <a:r>
              <a:rPr lang="en-US" altLang="zh-CN" b="1" dirty="0" err="1">
                <a:latin typeface="Courier" charset="0"/>
                <a:ea typeface="Courier" charset="0"/>
                <a:cs typeface="Courier" charset="0"/>
              </a:rPr>
              <a:t>BookList</a:t>
            </a:r>
            <a:r>
              <a:rPr lang="en-US" altLang="zh-CN" b="1" dirty="0">
                <a:latin typeface="Courier" charset="0"/>
                <a:ea typeface="Courier" charset="0"/>
                <a:cs typeface="Courier" charset="0"/>
              </a:rPr>
              <a:t>(</a:t>
            </a:r>
            <a:r>
              <a:rPr lang="en-US" altLang="zh-CN" b="1" dirty="0" err="1">
                <a:latin typeface="Courier" charset="0"/>
                <a:ea typeface="Courier" charset="0"/>
                <a:cs typeface="Courier" charset="0"/>
              </a:rPr>
              <a:t>ListView</a:t>
            </a:r>
            <a:r>
              <a:rPr lang="en-US" altLang="zh-CN" b="1" dirty="0">
                <a:latin typeface="Courier" charset="0"/>
                <a:ea typeface="Courier" charset="0"/>
                <a:cs typeface="Courier" charset="0"/>
              </a:rPr>
              <a:t>):</a:t>
            </a:r>
            <a:br>
              <a:rPr lang="en-US" altLang="zh-CN" b="1" dirty="0">
                <a:latin typeface="Courier" charset="0"/>
                <a:ea typeface="Courier" charset="0"/>
                <a:cs typeface="Courier" charset="0"/>
              </a:rPr>
            </a:br>
            <a:r>
              <a:rPr lang="en-US" altLang="zh-CN" b="1" dirty="0">
                <a:latin typeface="Courier" charset="0"/>
                <a:ea typeface="Courier" charset="0"/>
                <a:cs typeface="Courier" charset="0"/>
              </a:rPr>
              <a:t>    model = Book</a:t>
            </a:r>
            <a:br>
              <a:rPr lang="en-US" altLang="zh-CN" b="1" dirty="0">
                <a:latin typeface="Courier" charset="0"/>
                <a:ea typeface="Courier" charset="0"/>
                <a:cs typeface="Courier" charset="0"/>
              </a:rPr>
            </a:br>
            <a:r>
              <a:rPr lang="en-US" altLang="zh-CN" b="1" dirty="0">
                <a:latin typeface="Courier" charset="0"/>
                <a:ea typeface="Courier" charset="0"/>
                <a:cs typeface="Courier" charset="0"/>
              </a:rPr>
              <a:t>    </a:t>
            </a:r>
            <a:r>
              <a:rPr lang="en-US" altLang="zh-CN" b="1" dirty="0" err="1">
                <a:latin typeface="Courier" charset="0"/>
                <a:ea typeface="Courier" charset="0"/>
                <a:cs typeface="Courier" charset="0"/>
              </a:rPr>
              <a:t>template_name</a:t>
            </a:r>
            <a:r>
              <a:rPr lang="en-US" altLang="zh-CN" b="1" dirty="0">
                <a:latin typeface="Courier" charset="0"/>
                <a:ea typeface="Courier" charset="0"/>
                <a:cs typeface="Courier" charset="0"/>
              </a:rPr>
              <a:t> = </a:t>
            </a:r>
            <a:r>
              <a:rPr lang="en-US" altLang="zh-CN" b="1" dirty="0">
                <a:solidFill>
                  <a:srgbClr val="008080"/>
                </a:solidFill>
                <a:latin typeface="Courier" charset="0"/>
                <a:ea typeface="Courier" charset="0"/>
                <a:cs typeface="Courier" charset="0"/>
              </a:rPr>
              <a:t>'</a:t>
            </a:r>
            <a:r>
              <a:rPr lang="en-US" altLang="zh-CN" b="1" dirty="0" err="1">
                <a:solidFill>
                  <a:srgbClr val="008080"/>
                </a:solidFill>
                <a:latin typeface="Courier" charset="0"/>
                <a:ea typeface="Courier" charset="0"/>
                <a:cs typeface="Courier" charset="0"/>
              </a:rPr>
              <a:t>list.html</a:t>
            </a:r>
            <a:r>
              <a:rPr lang="en-US" altLang="zh-CN" b="1" dirty="0">
                <a:solidFill>
                  <a:srgbClr val="008080"/>
                </a:solidFill>
                <a:latin typeface="Courier" charset="0"/>
                <a:ea typeface="Courier" charset="0"/>
                <a:cs typeface="Courier" charset="0"/>
              </a:rPr>
              <a:t>'</a:t>
            </a:r>
            <a:br>
              <a:rPr lang="en-US" altLang="zh-CN" b="1" dirty="0">
                <a:solidFill>
                  <a:srgbClr val="008080"/>
                </a:solidFill>
                <a:latin typeface="Courier" charset="0"/>
                <a:ea typeface="Courier" charset="0"/>
                <a:cs typeface="Courier" charset="0"/>
              </a:rPr>
            </a:br>
            <a:r>
              <a:rPr lang="en-US" altLang="zh-CN" b="1" dirty="0">
                <a:solidFill>
                  <a:srgbClr val="008080"/>
                </a:solidFill>
                <a:latin typeface="Courier" charset="0"/>
                <a:ea typeface="Courier" charset="0"/>
                <a:cs typeface="Courier" charset="0"/>
              </a:rPr>
              <a:t/>
            </a:r>
            <a:br>
              <a:rPr lang="en-US" altLang="zh-CN" b="1" dirty="0">
                <a:solidFill>
                  <a:srgbClr val="008080"/>
                </a:solidFill>
                <a:latin typeface="Courier" charset="0"/>
                <a:ea typeface="Courier" charset="0"/>
                <a:cs typeface="Courier" charset="0"/>
              </a:rPr>
            </a:br>
            <a:r>
              <a:rPr lang="en-US" altLang="zh-CN" b="1" dirty="0">
                <a:solidFill>
                  <a:srgbClr val="008080"/>
                </a:solidFill>
                <a:latin typeface="Courier" charset="0"/>
                <a:ea typeface="Courier" charset="0"/>
                <a:cs typeface="Courier" charset="0"/>
              </a:rPr>
              <a:t>    </a:t>
            </a:r>
            <a:r>
              <a:rPr lang="en-US" altLang="zh-CN" b="1" dirty="0">
                <a:solidFill>
                  <a:srgbClr val="000080"/>
                </a:solidFill>
                <a:latin typeface="Courier" charset="0"/>
                <a:ea typeface="Courier" charset="0"/>
                <a:cs typeface="Courier" charset="0"/>
              </a:rPr>
              <a:t>def </a:t>
            </a:r>
            <a:r>
              <a:rPr lang="en-US" altLang="zh-CN" b="1" dirty="0" err="1">
                <a:latin typeface="Courier" charset="0"/>
                <a:ea typeface="Courier" charset="0"/>
                <a:cs typeface="Courier" charset="0"/>
              </a:rPr>
              <a:t>get_queryset</a:t>
            </a:r>
            <a:r>
              <a:rPr lang="en-US" altLang="zh-CN" b="1" dirty="0">
                <a:latin typeface="Courier" charset="0"/>
                <a:ea typeface="Courier" charset="0"/>
                <a:cs typeface="Courier" charset="0"/>
              </a:rPr>
              <a:t>(</a:t>
            </a:r>
            <a:r>
              <a:rPr lang="en-US" altLang="zh-CN" b="1" dirty="0">
                <a:solidFill>
                  <a:srgbClr val="94558D"/>
                </a:solidFill>
                <a:latin typeface="Courier" charset="0"/>
                <a:ea typeface="Courier" charset="0"/>
                <a:cs typeface="Courier" charset="0"/>
              </a:rPr>
              <a:t>self</a:t>
            </a:r>
            <a:r>
              <a:rPr lang="en-US" altLang="zh-CN" b="1" dirty="0">
                <a:latin typeface="Courier" charset="0"/>
                <a:ea typeface="Courier" charset="0"/>
                <a:cs typeface="Courier" charset="0"/>
              </a:rPr>
              <a:t>):</a:t>
            </a:r>
            <a:br>
              <a:rPr lang="en-US" altLang="zh-CN" b="1" dirty="0">
                <a:latin typeface="Courier" charset="0"/>
                <a:ea typeface="Courier" charset="0"/>
                <a:cs typeface="Courier" charset="0"/>
              </a:rPr>
            </a:br>
            <a:r>
              <a:rPr lang="en-US" altLang="zh-CN" b="1" dirty="0">
                <a:latin typeface="Courier" charset="0"/>
                <a:ea typeface="Courier" charset="0"/>
                <a:cs typeface="Courier" charset="0"/>
              </a:rPr>
              <a:t>        name = </a:t>
            </a:r>
            <a:r>
              <a:rPr lang="en-US" altLang="zh-CN" b="1" dirty="0" err="1">
                <a:solidFill>
                  <a:srgbClr val="94558D"/>
                </a:solidFill>
                <a:latin typeface="Courier" charset="0"/>
                <a:ea typeface="Courier" charset="0"/>
                <a:cs typeface="Courier" charset="0"/>
              </a:rPr>
              <a:t>self</a:t>
            </a:r>
            <a:r>
              <a:rPr lang="en-US" altLang="zh-CN" b="1" dirty="0" err="1">
                <a:latin typeface="Courier" charset="0"/>
                <a:ea typeface="Courier" charset="0"/>
                <a:cs typeface="Courier" charset="0"/>
              </a:rPr>
              <a:t>.request.GET.get</a:t>
            </a:r>
            <a:r>
              <a:rPr lang="en-US" altLang="zh-CN" b="1" dirty="0">
                <a:latin typeface="Courier" charset="0"/>
                <a:ea typeface="Courier" charset="0"/>
                <a:cs typeface="Courier" charset="0"/>
              </a:rPr>
              <a:t>(</a:t>
            </a:r>
            <a:r>
              <a:rPr lang="en-US" altLang="zh-CN" b="1" dirty="0">
                <a:solidFill>
                  <a:srgbClr val="008080"/>
                </a:solidFill>
                <a:latin typeface="Courier" charset="0"/>
                <a:ea typeface="Courier" charset="0"/>
                <a:cs typeface="Courier" charset="0"/>
              </a:rPr>
              <a:t>'name'</a:t>
            </a:r>
            <a:r>
              <a:rPr lang="en-US" altLang="zh-CN" b="1" dirty="0">
                <a:latin typeface="Courier" charset="0"/>
                <a:ea typeface="Courier" charset="0"/>
                <a:cs typeface="Courier" charset="0"/>
              </a:rPr>
              <a:t>)</a:t>
            </a:r>
            <a:br>
              <a:rPr lang="en-US" altLang="zh-CN" b="1" dirty="0">
                <a:latin typeface="Courier" charset="0"/>
                <a:ea typeface="Courier" charset="0"/>
                <a:cs typeface="Courier" charset="0"/>
              </a:rPr>
            </a:br>
            <a:r>
              <a:rPr lang="en-US" altLang="zh-CN" b="1" dirty="0">
                <a:latin typeface="Courier" charset="0"/>
                <a:ea typeface="Courier" charset="0"/>
                <a:cs typeface="Courier" charset="0"/>
              </a:rPr>
              <a:t>        </a:t>
            </a:r>
            <a:r>
              <a:rPr lang="en-US" altLang="zh-CN" b="1" dirty="0" err="1">
                <a:latin typeface="Courier" charset="0"/>
                <a:ea typeface="Courier" charset="0"/>
                <a:cs typeface="Courier" charset="0"/>
              </a:rPr>
              <a:t>queryset</a:t>
            </a:r>
            <a:r>
              <a:rPr lang="en-US" altLang="zh-CN" b="1" dirty="0">
                <a:latin typeface="Courier" charset="0"/>
                <a:ea typeface="Courier" charset="0"/>
                <a:cs typeface="Courier" charset="0"/>
              </a:rPr>
              <a:t> = </a:t>
            </a:r>
            <a:r>
              <a:rPr lang="en-US" altLang="zh-CN" b="1" dirty="0">
                <a:solidFill>
                  <a:srgbClr val="000080"/>
                </a:solidFill>
                <a:latin typeface="Courier" charset="0"/>
                <a:ea typeface="Courier" charset="0"/>
                <a:cs typeface="Courier" charset="0"/>
              </a:rPr>
              <a:t>super</a:t>
            </a:r>
            <a:r>
              <a:rPr lang="en-US" altLang="zh-CN" b="1" dirty="0">
                <a:latin typeface="Courier" charset="0"/>
                <a:ea typeface="Courier" charset="0"/>
                <a:cs typeface="Courier" charset="0"/>
              </a:rPr>
              <a:t>(</a:t>
            </a:r>
            <a:r>
              <a:rPr lang="en-US" altLang="zh-CN" b="1" dirty="0" err="1">
                <a:latin typeface="Courier" charset="0"/>
                <a:ea typeface="Courier" charset="0"/>
                <a:cs typeface="Courier" charset="0"/>
              </a:rPr>
              <a:t>BookList</a:t>
            </a:r>
            <a:r>
              <a:rPr lang="en-US" altLang="zh-CN" b="1" dirty="0">
                <a:latin typeface="Courier" charset="0"/>
                <a:ea typeface="Courier" charset="0"/>
                <a:cs typeface="Courier" charset="0"/>
              </a:rPr>
              <a:t>, </a:t>
            </a:r>
            <a:r>
              <a:rPr lang="en-US" altLang="zh-CN" b="1" dirty="0">
                <a:solidFill>
                  <a:srgbClr val="94558D"/>
                </a:solidFill>
                <a:latin typeface="Courier" charset="0"/>
                <a:ea typeface="Courier" charset="0"/>
                <a:cs typeface="Courier" charset="0"/>
              </a:rPr>
              <a:t>self</a:t>
            </a:r>
            <a:r>
              <a:rPr lang="en-US" altLang="zh-CN" b="1" dirty="0">
                <a:latin typeface="Courier" charset="0"/>
                <a:ea typeface="Courier" charset="0"/>
                <a:cs typeface="Courier" charset="0"/>
              </a:rPr>
              <a:t>).</a:t>
            </a:r>
            <a:r>
              <a:rPr lang="en-US" altLang="zh-CN" b="1" dirty="0" err="1">
                <a:latin typeface="Courier" charset="0"/>
                <a:ea typeface="Courier" charset="0"/>
                <a:cs typeface="Courier" charset="0"/>
              </a:rPr>
              <a:t>get_queryset</a:t>
            </a:r>
            <a:r>
              <a:rPr lang="en-US" altLang="zh-CN" b="1" dirty="0">
                <a:latin typeface="Courier" charset="0"/>
                <a:ea typeface="Courier" charset="0"/>
                <a:cs typeface="Courier" charset="0"/>
              </a:rPr>
              <a:t>()</a:t>
            </a:r>
            <a:br>
              <a:rPr lang="en-US" altLang="zh-CN" b="1" dirty="0">
                <a:latin typeface="Courier" charset="0"/>
                <a:ea typeface="Courier" charset="0"/>
                <a:cs typeface="Courier" charset="0"/>
              </a:rPr>
            </a:br>
            <a:r>
              <a:rPr lang="en-US" altLang="zh-CN" b="1" dirty="0">
                <a:latin typeface="Courier" charset="0"/>
                <a:ea typeface="Courier" charset="0"/>
                <a:cs typeface="Courier" charset="0"/>
              </a:rPr>
              <a:t>        </a:t>
            </a:r>
            <a:r>
              <a:rPr lang="en-US" altLang="zh-CN" b="1" dirty="0">
                <a:solidFill>
                  <a:srgbClr val="000080"/>
                </a:solidFill>
                <a:latin typeface="Courier" charset="0"/>
                <a:ea typeface="Courier" charset="0"/>
                <a:cs typeface="Courier" charset="0"/>
              </a:rPr>
              <a:t>if </a:t>
            </a:r>
            <a:r>
              <a:rPr lang="en-US" altLang="zh-CN" b="1" dirty="0">
                <a:latin typeface="Courier" charset="0"/>
                <a:ea typeface="Courier" charset="0"/>
                <a:cs typeface="Courier" charset="0"/>
              </a:rPr>
              <a:t>name:</a:t>
            </a:r>
            <a:br>
              <a:rPr lang="en-US" altLang="zh-CN" b="1" dirty="0">
                <a:latin typeface="Courier" charset="0"/>
                <a:ea typeface="Courier" charset="0"/>
                <a:cs typeface="Courier" charset="0"/>
              </a:rPr>
            </a:br>
            <a:r>
              <a:rPr lang="en-US" altLang="zh-CN" b="1" dirty="0">
                <a:latin typeface="Courier" charset="0"/>
                <a:ea typeface="Courier" charset="0"/>
                <a:cs typeface="Courier" charset="0"/>
              </a:rPr>
              <a:t>            </a:t>
            </a:r>
            <a:r>
              <a:rPr lang="en-US" altLang="zh-CN" b="1" dirty="0" err="1">
                <a:latin typeface="Courier" charset="0"/>
                <a:ea typeface="Courier" charset="0"/>
                <a:cs typeface="Courier" charset="0"/>
              </a:rPr>
              <a:t>queryset</a:t>
            </a:r>
            <a:r>
              <a:rPr lang="en-US" altLang="zh-CN" b="1" dirty="0">
                <a:latin typeface="Courier" charset="0"/>
                <a:ea typeface="Courier" charset="0"/>
                <a:cs typeface="Courier" charset="0"/>
              </a:rPr>
              <a:t> = </a:t>
            </a:r>
            <a:r>
              <a:rPr lang="en-US" altLang="zh-CN" b="1" dirty="0" err="1">
                <a:latin typeface="Courier" charset="0"/>
                <a:ea typeface="Courier" charset="0"/>
                <a:cs typeface="Courier" charset="0"/>
              </a:rPr>
              <a:t>Book.objects.filter</a:t>
            </a:r>
            <a:r>
              <a:rPr lang="en-US" altLang="zh-CN" b="1" dirty="0">
                <a:latin typeface="Courier" charset="0"/>
                <a:ea typeface="Courier" charset="0"/>
                <a:cs typeface="Courier" charset="0"/>
              </a:rPr>
              <a:t>(</a:t>
            </a:r>
            <a:r>
              <a:rPr lang="en-US" altLang="zh-CN" b="1" dirty="0">
                <a:solidFill>
                  <a:srgbClr val="660099"/>
                </a:solidFill>
                <a:latin typeface="Courier" charset="0"/>
                <a:ea typeface="Courier" charset="0"/>
                <a:cs typeface="Courier" charset="0"/>
              </a:rPr>
              <a:t>name__</a:t>
            </a:r>
            <a:r>
              <a:rPr lang="en-US" altLang="zh-CN" b="1" dirty="0" err="1">
                <a:solidFill>
                  <a:srgbClr val="660099"/>
                </a:solidFill>
                <a:latin typeface="Courier" charset="0"/>
                <a:ea typeface="Courier" charset="0"/>
                <a:cs typeface="Courier" charset="0"/>
              </a:rPr>
              <a:t>icontains</a:t>
            </a:r>
            <a:r>
              <a:rPr lang="en-US" altLang="zh-CN" b="1" dirty="0">
                <a:latin typeface="Courier" charset="0"/>
                <a:ea typeface="Courier" charset="0"/>
                <a:cs typeface="Courier" charset="0"/>
              </a:rPr>
              <a:t>=name)</a:t>
            </a:r>
            <a:br>
              <a:rPr lang="en-US" altLang="zh-CN" b="1" dirty="0">
                <a:latin typeface="Courier" charset="0"/>
                <a:ea typeface="Courier" charset="0"/>
                <a:cs typeface="Courier" charset="0"/>
              </a:rPr>
            </a:br>
            <a:r>
              <a:rPr lang="en-US" altLang="zh-CN" b="1" dirty="0">
                <a:latin typeface="Courier" charset="0"/>
                <a:ea typeface="Courier" charset="0"/>
                <a:cs typeface="Courier" charset="0"/>
              </a:rPr>
              <a:t>        </a:t>
            </a:r>
            <a:r>
              <a:rPr lang="en-US" altLang="zh-CN" b="1" dirty="0">
                <a:solidFill>
                  <a:srgbClr val="000080"/>
                </a:solidFill>
                <a:latin typeface="Courier" charset="0"/>
                <a:ea typeface="Courier" charset="0"/>
                <a:cs typeface="Courier" charset="0"/>
              </a:rPr>
              <a:t>return </a:t>
            </a:r>
            <a:r>
              <a:rPr lang="en-US" altLang="zh-CN" b="1" dirty="0" err="1">
                <a:latin typeface="Courier" charset="0"/>
                <a:ea typeface="Courier" charset="0"/>
                <a:cs typeface="Courier" charset="0"/>
              </a:rPr>
              <a:t>queryset</a:t>
            </a:r>
            <a:endParaRPr lang="zh-CN" altLang="en-US" b="1" dirty="0">
              <a:latin typeface="Courier" charset="0"/>
              <a:ea typeface="Courier" charset="0"/>
              <a:cs typeface="Courier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529564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 err="1"/>
              <a:t>listview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 smtClean="0"/>
              <a:t>Now open link: 127.0.0.1/books/?name=python</a:t>
            </a:r>
            <a:endParaRPr kumimoji="1" lang="zh-CN" altLang="en-US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696135"/>
            <a:ext cx="9144000" cy="41618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60365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en-US" altLang="zh-CN" b="1" dirty="0" smtClean="0">
                <a:ea typeface="Times New Roman" charset="0"/>
                <a:cs typeface="Times New Roman" charset="0"/>
              </a:rPr>
              <a:t>Library system</a:t>
            </a:r>
            <a:endParaRPr kumimoji="1" lang="zh-CN" altLang="en-US" b="1" dirty="0"/>
          </a:p>
        </p:txBody>
      </p:sp>
    </p:spTree>
    <p:extLst>
      <p:ext uri="{BB962C8B-B14F-4D97-AF65-F5344CB8AC3E}">
        <p14:creationId xmlns:p14="http://schemas.microsoft.com/office/powerpoint/2010/main" val="9403835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 smtClean="0"/>
              <a:t>homepage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 smtClean="0"/>
              <a:t>Let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modify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the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home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view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and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html</a:t>
            </a:r>
            <a:endParaRPr kumimoji="1"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685800" y="2828836"/>
            <a:ext cx="7772400" cy="984885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</p:spPr>
        <p:txBody>
          <a:bodyPr wrap="square">
            <a:spAutoFit/>
          </a:bodyPr>
          <a:lstStyle/>
          <a:p>
            <a:r>
              <a:rPr lang="en-US" altLang="zh-CN" i="1" dirty="0">
                <a:solidFill>
                  <a:srgbClr val="808080"/>
                </a:solidFill>
              </a:rPr>
              <a:t># home view</a:t>
            </a:r>
            <a:r>
              <a:rPr lang="en-US" altLang="zh-CN" dirty="0"/>
              <a:t/>
            </a:r>
            <a:br>
              <a:rPr lang="en-US" altLang="zh-CN" dirty="0"/>
            </a:br>
            <a:r>
              <a:rPr lang="en-US" altLang="zh-CN" sz="2000" b="1" dirty="0">
                <a:solidFill>
                  <a:srgbClr val="000080"/>
                </a:solidFill>
                <a:latin typeface="Courier" charset="0"/>
                <a:ea typeface="Courier" charset="0"/>
                <a:cs typeface="Courier" charset="0"/>
              </a:rPr>
              <a:t>def </a:t>
            </a:r>
            <a:r>
              <a:rPr lang="en-US" altLang="zh-CN" sz="2000" b="1" dirty="0">
                <a:latin typeface="Courier" charset="0"/>
                <a:ea typeface="Courier" charset="0"/>
                <a:cs typeface="Courier" charset="0"/>
              </a:rPr>
              <a:t>home(request):</a:t>
            </a:r>
            <a:br>
              <a:rPr lang="en-US" altLang="zh-CN" sz="2000" b="1" dirty="0">
                <a:latin typeface="Courier" charset="0"/>
                <a:ea typeface="Courier" charset="0"/>
                <a:cs typeface="Courier" charset="0"/>
              </a:rPr>
            </a:br>
            <a:r>
              <a:rPr lang="en-US" altLang="zh-CN" sz="2000" b="1" dirty="0">
                <a:latin typeface="Courier" charset="0"/>
                <a:ea typeface="Courier" charset="0"/>
                <a:cs typeface="Courier" charset="0"/>
              </a:rPr>
              <a:t>    </a:t>
            </a:r>
            <a:r>
              <a:rPr lang="en-US" altLang="zh-CN" sz="2000" b="1" dirty="0">
                <a:solidFill>
                  <a:srgbClr val="000080"/>
                </a:solidFill>
                <a:latin typeface="Courier" charset="0"/>
                <a:ea typeface="Courier" charset="0"/>
                <a:cs typeface="Courier" charset="0"/>
              </a:rPr>
              <a:t>return </a:t>
            </a:r>
            <a:r>
              <a:rPr lang="en-US" altLang="zh-CN" sz="2000" b="1" dirty="0">
                <a:latin typeface="Courier" charset="0"/>
                <a:ea typeface="Courier" charset="0"/>
                <a:cs typeface="Courier" charset="0"/>
              </a:rPr>
              <a:t>render(request, </a:t>
            </a:r>
            <a:r>
              <a:rPr lang="en-US" altLang="zh-CN" sz="2000" b="1" dirty="0">
                <a:solidFill>
                  <a:srgbClr val="008080"/>
                </a:solidFill>
                <a:latin typeface="Courier" charset="0"/>
                <a:ea typeface="Courier" charset="0"/>
                <a:cs typeface="Courier" charset="0"/>
              </a:rPr>
              <a:t>'</a:t>
            </a:r>
            <a:r>
              <a:rPr lang="en-US" altLang="zh-CN" sz="2000" b="1" dirty="0" err="1">
                <a:solidFill>
                  <a:srgbClr val="008080"/>
                </a:solidFill>
                <a:latin typeface="Courier" charset="0"/>
                <a:ea typeface="Courier" charset="0"/>
                <a:cs typeface="Courier" charset="0"/>
              </a:rPr>
              <a:t>homepage.html</a:t>
            </a:r>
            <a:r>
              <a:rPr lang="en-US" altLang="zh-CN" sz="2000" b="1" dirty="0" smtClean="0">
                <a:solidFill>
                  <a:srgbClr val="008080"/>
                </a:solidFill>
                <a:latin typeface="Courier" charset="0"/>
                <a:ea typeface="Courier" charset="0"/>
                <a:cs typeface="Courier" charset="0"/>
              </a:rPr>
              <a:t>'</a:t>
            </a:r>
            <a:r>
              <a:rPr lang="en-US" altLang="zh-CN" sz="2000" b="1" dirty="0" smtClean="0">
                <a:latin typeface="Courier" charset="0"/>
                <a:ea typeface="Courier" charset="0"/>
                <a:cs typeface="Courier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5456685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homepage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685800" y="2121408"/>
            <a:ext cx="7772400" cy="4524315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</p:spPr>
        <p:txBody>
          <a:bodyPr wrap="square">
            <a:spAutoFit/>
          </a:bodyPr>
          <a:lstStyle/>
          <a:p>
            <a:pPr lvl="0"/>
            <a:r>
              <a:rPr lang="en-US" altLang="zh-CN" i="1" dirty="0">
                <a:solidFill>
                  <a:srgbClr val="808080"/>
                </a:solidFill>
              </a:rPr>
              <a:t># </a:t>
            </a:r>
            <a:r>
              <a:rPr lang="en-US" altLang="zh-CN" i="1" dirty="0" err="1">
                <a:solidFill>
                  <a:srgbClr val="808080"/>
                </a:solidFill>
              </a:rPr>
              <a:t>homepage.html</a:t>
            </a:r>
            <a:endParaRPr lang="en-US" altLang="zh-CN" i="1" dirty="0">
              <a:solidFill>
                <a:srgbClr val="808080"/>
              </a:solidFill>
            </a:endParaRPr>
          </a:p>
          <a:p>
            <a:pPr lvl="0"/>
            <a:r>
              <a:rPr lang="en-US" altLang="zh-CN" b="1" dirty="0">
                <a:solidFill>
                  <a:prstClr val="black"/>
                </a:solidFill>
                <a:latin typeface="Courier" charset="0"/>
                <a:ea typeface="Courier" charset="0"/>
                <a:cs typeface="Courier" charset="0"/>
              </a:rPr>
              <a:t>&lt;!DOCTYPE </a:t>
            </a:r>
            <a:r>
              <a:rPr lang="en-US" altLang="zh-CN" b="1" dirty="0">
                <a:solidFill>
                  <a:srgbClr val="0000FF"/>
                </a:solidFill>
                <a:latin typeface="Courier" charset="0"/>
                <a:ea typeface="Courier" charset="0"/>
                <a:cs typeface="Courier" charset="0"/>
              </a:rPr>
              <a:t>html</a:t>
            </a:r>
            <a:r>
              <a:rPr lang="en-US" altLang="zh-CN" b="1" dirty="0">
                <a:solidFill>
                  <a:prstClr val="black"/>
                </a:solidFill>
                <a:latin typeface="Courier" charset="0"/>
                <a:ea typeface="Courier" charset="0"/>
                <a:cs typeface="Courier" charset="0"/>
              </a:rPr>
              <a:t>&gt;</a:t>
            </a:r>
            <a:br>
              <a:rPr lang="en-US" altLang="zh-CN" b="1" dirty="0">
                <a:solidFill>
                  <a:prstClr val="black"/>
                </a:solidFill>
                <a:latin typeface="Courier" charset="0"/>
                <a:ea typeface="Courier" charset="0"/>
                <a:cs typeface="Courier" charset="0"/>
              </a:rPr>
            </a:br>
            <a:r>
              <a:rPr lang="en-US" altLang="zh-CN" b="1" dirty="0">
                <a:solidFill>
                  <a:prstClr val="black"/>
                </a:solidFill>
                <a:latin typeface="Courier" charset="0"/>
                <a:ea typeface="Courier" charset="0"/>
                <a:cs typeface="Courier" charset="0"/>
              </a:rPr>
              <a:t>&lt;</a:t>
            </a:r>
            <a:r>
              <a:rPr lang="en-US" altLang="zh-CN" b="1" dirty="0">
                <a:solidFill>
                  <a:srgbClr val="000080"/>
                </a:solidFill>
                <a:latin typeface="Courier" charset="0"/>
                <a:ea typeface="Courier" charset="0"/>
                <a:cs typeface="Courier" charset="0"/>
              </a:rPr>
              <a:t>html </a:t>
            </a:r>
            <a:r>
              <a:rPr lang="en-US" altLang="zh-CN" b="1" dirty="0" err="1">
                <a:solidFill>
                  <a:srgbClr val="0000FF"/>
                </a:solidFill>
                <a:latin typeface="Courier" charset="0"/>
                <a:ea typeface="Courier" charset="0"/>
                <a:cs typeface="Courier" charset="0"/>
              </a:rPr>
              <a:t>lang</a:t>
            </a:r>
            <a:r>
              <a:rPr lang="en-US" altLang="zh-CN" b="1" dirty="0">
                <a:solidFill>
                  <a:srgbClr val="0000FF"/>
                </a:solidFill>
                <a:latin typeface="Courier" charset="0"/>
                <a:ea typeface="Courier" charset="0"/>
                <a:cs typeface="Courier" charset="0"/>
              </a:rPr>
              <a:t>=</a:t>
            </a:r>
            <a:r>
              <a:rPr lang="en-US" altLang="zh-CN" b="1" dirty="0">
                <a:solidFill>
                  <a:srgbClr val="008000"/>
                </a:solidFill>
                <a:latin typeface="Courier" charset="0"/>
                <a:ea typeface="Courier" charset="0"/>
                <a:cs typeface="Courier" charset="0"/>
              </a:rPr>
              <a:t>"</a:t>
            </a:r>
            <a:r>
              <a:rPr lang="en-US" altLang="zh-CN" b="1" dirty="0" err="1">
                <a:solidFill>
                  <a:srgbClr val="008000"/>
                </a:solidFill>
                <a:latin typeface="Courier" charset="0"/>
                <a:ea typeface="Courier" charset="0"/>
                <a:cs typeface="Courier" charset="0"/>
              </a:rPr>
              <a:t>en</a:t>
            </a:r>
            <a:r>
              <a:rPr lang="en-US" altLang="zh-CN" b="1" dirty="0">
                <a:solidFill>
                  <a:srgbClr val="008000"/>
                </a:solidFill>
                <a:latin typeface="Courier" charset="0"/>
                <a:ea typeface="Courier" charset="0"/>
                <a:cs typeface="Courier" charset="0"/>
              </a:rPr>
              <a:t>"</a:t>
            </a:r>
            <a:r>
              <a:rPr lang="en-US" altLang="zh-CN" b="1" dirty="0">
                <a:solidFill>
                  <a:prstClr val="black"/>
                </a:solidFill>
                <a:latin typeface="Courier" charset="0"/>
                <a:ea typeface="Courier" charset="0"/>
                <a:cs typeface="Courier" charset="0"/>
              </a:rPr>
              <a:t>&gt;</a:t>
            </a:r>
            <a:br>
              <a:rPr lang="en-US" altLang="zh-CN" b="1" dirty="0">
                <a:solidFill>
                  <a:prstClr val="black"/>
                </a:solidFill>
                <a:latin typeface="Courier" charset="0"/>
                <a:ea typeface="Courier" charset="0"/>
                <a:cs typeface="Courier" charset="0"/>
              </a:rPr>
            </a:br>
            <a:r>
              <a:rPr lang="en-US" altLang="zh-CN" b="1" dirty="0">
                <a:solidFill>
                  <a:prstClr val="black"/>
                </a:solidFill>
                <a:latin typeface="Courier" charset="0"/>
                <a:ea typeface="Courier" charset="0"/>
                <a:cs typeface="Courier" charset="0"/>
              </a:rPr>
              <a:t>&lt;</a:t>
            </a:r>
            <a:r>
              <a:rPr lang="en-US" altLang="zh-CN" b="1" dirty="0">
                <a:solidFill>
                  <a:srgbClr val="000080"/>
                </a:solidFill>
                <a:latin typeface="Courier" charset="0"/>
                <a:ea typeface="Courier" charset="0"/>
                <a:cs typeface="Courier" charset="0"/>
              </a:rPr>
              <a:t>head</a:t>
            </a:r>
            <a:r>
              <a:rPr lang="en-US" altLang="zh-CN" b="1" dirty="0">
                <a:solidFill>
                  <a:prstClr val="black"/>
                </a:solidFill>
                <a:latin typeface="Courier" charset="0"/>
                <a:ea typeface="Courier" charset="0"/>
                <a:cs typeface="Courier" charset="0"/>
              </a:rPr>
              <a:t>&gt;</a:t>
            </a:r>
            <a:br>
              <a:rPr lang="en-US" altLang="zh-CN" b="1" dirty="0">
                <a:solidFill>
                  <a:prstClr val="black"/>
                </a:solidFill>
                <a:latin typeface="Courier" charset="0"/>
                <a:ea typeface="Courier" charset="0"/>
                <a:cs typeface="Courier" charset="0"/>
              </a:rPr>
            </a:br>
            <a:r>
              <a:rPr lang="en-US" altLang="zh-CN" b="1" dirty="0">
                <a:solidFill>
                  <a:prstClr val="black"/>
                </a:solidFill>
                <a:latin typeface="Courier" charset="0"/>
                <a:ea typeface="Courier" charset="0"/>
                <a:cs typeface="Courier" charset="0"/>
              </a:rPr>
              <a:t>    &lt;</a:t>
            </a:r>
            <a:r>
              <a:rPr lang="en-US" altLang="zh-CN" b="1" dirty="0">
                <a:solidFill>
                  <a:srgbClr val="000080"/>
                </a:solidFill>
                <a:latin typeface="Courier" charset="0"/>
                <a:ea typeface="Courier" charset="0"/>
                <a:cs typeface="Courier" charset="0"/>
              </a:rPr>
              <a:t>meta </a:t>
            </a:r>
            <a:r>
              <a:rPr lang="en-US" altLang="zh-CN" b="1" dirty="0">
                <a:solidFill>
                  <a:srgbClr val="0000FF"/>
                </a:solidFill>
                <a:latin typeface="Courier" charset="0"/>
                <a:ea typeface="Courier" charset="0"/>
                <a:cs typeface="Courier" charset="0"/>
              </a:rPr>
              <a:t>charset=</a:t>
            </a:r>
            <a:r>
              <a:rPr lang="en-US" altLang="zh-CN" b="1" dirty="0">
                <a:solidFill>
                  <a:srgbClr val="008000"/>
                </a:solidFill>
                <a:latin typeface="Courier" charset="0"/>
                <a:ea typeface="Courier" charset="0"/>
                <a:cs typeface="Courier" charset="0"/>
              </a:rPr>
              <a:t>"UTF-8"</a:t>
            </a:r>
            <a:r>
              <a:rPr lang="en-US" altLang="zh-CN" b="1" dirty="0">
                <a:solidFill>
                  <a:prstClr val="black"/>
                </a:solidFill>
                <a:latin typeface="Courier" charset="0"/>
                <a:ea typeface="Courier" charset="0"/>
                <a:cs typeface="Courier" charset="0"/>
              </a:rPr>
              <a:t>&gt;</a:t>
            </a:r>
            <a:br>
              <a:rPr lang="en-US" altLang="zh-CN" b="1" dirty="0">
                <a:solidFill>
                  <a:prstClr val="black"/>
                </a:solidFill>
                <a:latin typeface="Courier" charset="0"/>
                <a:ea typeface="Courier" charset="0"/>
                <a:cs typeface="Courier" charset="0"/>
              </a:rPr>
            </a:br>
            <a:r>
              <a:rPr lang="en-US" altLang="zh-CN" b="1" dirty="0">
                <a:solidFill>
                  <a:prstClr val="black"/>
                </a:solidFill>
                <a:latin typeface="Courier" charset="0"/>
                <a:ea typeface="Courier" charset="0"/>
                <a:cs typeface="Courier" charset="0"/>
              </a:rPr>
              <a:t>    &lt;</a:t>
            </a:r>
            <a:r>
              <a:rPr lang="en-US" altLang="zh-CN" b="1" dirty="0">
                <a:solidFill>
                  <a:srgbClr val="000080"/>
                </a:solidFill>
                <a:latin typeface="Courier" charset="0"/>
                <a:ea typeface="Courier" charset="0"/>
                <a:cs typeface="Courier" charset="0"/>
              </a:rPr>
              <a:t>title</a:t>
            </a:r>
            <a:r>
              <a:rPr lang="en-US" altLang="zh-CN" b="1" dirty="0">
                <a:solidFill>
                  <a:prstClr val="black"/>
                </a:solidFill>
                <a:latin typeface="Courier" charset="0"/>
                <a:ea typeface="Courier" charset="0"/>
                <a:cs typeface="Courier" charset="0"/>
              </a:rPr>
              <a:t>&gt;Library System&lt;/</a:t>
            </a:r>
            <a:r>
              <a:rPr lang="en-US" altLang="zh-CN" b="1" dirty="0">
                <a:solidFill>
                  <a:srgbClr val="000080"/>
                </a:solidFill>
                <a:latin typeface="Courier" charset="0"/>
                <a:ea typeface="Courier" charset="0"/>
                <a:cs typeface="Courier" charset="0"/>
              </a:rPr>
              <a:t>title</a:t>
            </a:r>
            <a:r>
              <a:rPr lang="en-US" altLang="zh-CN" b="1" dirty="0">
                <a:solidFill>
                  <a:prstClr val="black"/>
                </a:solidFill>
                <a:latin typeface="Courier" charset="0"/>
                <a:ea typeface="Courier" charset="0"/>
                <a:cs typeface="Courier" charset="0"/>
              </a:rPr>
              <a:t>&gt;</a:t>
            </a:r>
            <a:br>
              <a:rPr lang="en-US" altLang="zh-CN" b="1" dirty="0">
                <a:solidFill>
                  <a:prstClr val="black"/>
                </a:solidFill>
                <a:latin typeface="Courier" charset="0"/>
                <a:ea typeface="Courier" charset="0"/>
                <a:cs typeface="Courier" charset="0"/>
              </a:rPr>
            </a:br>
            <a:r>
              <a:rPr lang="en-US" altLang="zh-CN" b="1" dirty="0">
                <a:solidFill>
                  <a:prstClr val="black"/>
                </a:solidFill>
                <a:latin typeface="Courier" charset="0"/>
                <a:ea typeface="Courier" charset="0"/>
                <a:cs typeface="Courier" charset="0"/>
              </a:rPr>
              <a:t>&lt;/</a:t>
            </a:r>
            <a:r>
              <a:rPr lang="en-US" altLang="zh-CN" b="1" dirty="0">
                <a:solidFill>
                  <a:srgbClr val="000080"/>
                </a:solidFill>
                <a:latin typeface="Courier" charset="0"/>
                <a:ea typeface="Courier" charset="0"/>
                <a:cs typeface="Courier" charset="0"/>
              </a:rPr>
              <a:t>head</a:t>
            </a:r>
            <a:r>
              <a:rPr lang="en-US" altLang="zh-CN" b="1" dirty="0">
                <a:solidFill>
                  <a:prstClr val="black"/>
                </a:solidFill>
                <a:latin typeface="Courier" charset="0"/>
                <a:ea typeface="Courier" charset="0"/>
                <a:cs typeface="Courier" charset="0"/>
              </a:rPr>
              <a:t>&gt;</a:t>
            </a:r>
            <a:br>
              <a:rPr lang="en-US" altLang="zh-CN" b="1" dirty="0">
                <a:solidFill>
                  <a:prstClr val="black"/>
                </a:solidFill>
                <a:latin typeface="Courier" charset="0"/>
                <a:ea typeface="Courier" charset="0"/>
                <a:cs typeface="Courier" charset="0"/>
              </a:rPr>
            </a:br>
            <a:r>
              <a:rPr lang="en-US" altLang="zh-CN" b="1" dirty="0">
                <a:solidFill>
                  <a:prstClr val="black"/>
                </a:solidFill>
                <a:latin typeface="Courier" charset="0"/>
                <a:ea typeface="Courier" charset="0"/>
                <a:cs typeface="Courier" charset="0"/>
              </a:rPr>
              <a:t>&lt;</a:t>
            </a:r>
            <a:r>
              <a:rPr lang="en-US" altLang="zh-CN" b="1" dirty="0">
                <a:solidFill>
                  <a:srgbClr val="000080"/>
                </a:solidFill>
                <a:latin typeface="Courier" charset="0"/>
                <a:ea typeface="Courier" charset="0"/>
                <a:cs typeface="Courier" charset="0"/>
              </a:rPr>
              <a:t>body </a:t>
            </a:r>
            <a:r>
              <a:rPr lang="en-US" altLang="zh-CN" b="1" dirty="0">
                <a:solidFill>
                  <a:srgbClr val="0000FF"/>
                </a:solidFill>
                <a:latin typeface="Courier" charset="0"/>
                <a:ea typeface="Courier" charset="0"/>
                <a:cs typeface="Courier" charset="0"/>
              </a:rPr>
              <a:t>style=</a:t>
            </a:r>
            <a:r>
              <a:rPr lang="en-US" altLang="zh-CN" b="1" dirty="0">
                <a:solidFill>
                  <a:srgbClr val="008000"/>
                </a:solidFill>
                <a:latin typeface="Courier" charset="0"/>
                <a:ea typeface="Courier" charset="0"/>
                <a:cs typeface="Courier" charset="0"/>
              </a:rPr>
              <a:t>"</a:t>
            </a:r>
            <a:r>
              <a:rPr lang="en-US" altLang="zh-CN" b="1" dirty="0">
                <a:solidFill>
                  <a:srgbClr val="0000FF"/>
                </a:solidFill>
                <a:latin typeface="Courier" charset="0"/>
                <a:ea typeface="Courier" charset="0"/>
                <a:cs typeface="Courier" charset="0"/>
              </a:rPr>
              <a:t>text-align</a:t>
            </a:r>
            <a:r>
              <a:rPr lang="en-US" altLang="zh-CN" b="1" dirty="0">
                <a:solidFill>
                  <a:prstClr val="black"/>
                </a:solidFill>
                <a:latin typeface="Courier" charset="0"/>
                <a:ea typeface="Courier" charset="0"/>
                <a:cs typeface="Courier" charset="0"/>
              </a:rPr>
              <a:t>: </a:t>
            </a:r>
            <a:r>
              <a:rPr lang="en-US" altLang="zh-CN" b="1" dirty="0">
                <a:solidFill>
                  <a:srgbClr val="008000"/>
                </a:solidFill>
                <a:latin typeface="Courier" charset="0"/>
                <a:ea typeface="Courier" charset="0"/>
                <a:cs typeface="Courier" charset="0"/>
              </a:rPr>
              <a:t>center"</a:t>
            </a:r>
            <a:r>
              <a:rPr lang="en-US" altLang="zh-CN" b="1" dirty="0">
                <a:solidFill>
                  <a:prstClr val="black"/>
                </a:solidFill>
                <a:latin typeface="Courier" charset="0"/>
                <a:ea typeface="Courier" charset="0"/>
                <a:cs typeface="Courier" charset="0"/>
              </a:rPr>
              <a:t>&gt;</a:t>
            </a:r>
            <a:br>
              <a:rPr lang="en-US" altLang="zh-CN" b="1" dirty="0">
                <a:solidFill>
                  <a:prstClr val="black"/>
                </a:solidFill>
                <a:latin typeface="Courier" charset="0"/>
                <a:ea typeface="Courier" charset="0"/>
                <a:cs typeface="Courier" charset="0"/>
              </a:rPr>
            </a:br>
            <a:r>
              <a:rPr lang="en-US" altLang="zh-CN" b="1" dirty="0">
                <a:solidFill>
                  <a:prstClr val="black"/>
                </a:solidFill>
                <a:latin typeface="Courier" charset="0"/>
                <a:ea typeface="Courier" charset="0"/>
                <a:cs typeface="Courier" charset="0"/>
              </a:rPr>
              <a:t>&lt;</a:t>
            </a:r>
            <a:r>
              <a:rPr lang="en-US" altLang="zh-CN" b="1" dirty="0">
                <a:solidFill>
                  <a:srgbClr val="000080"/>
                </a:solidFill>
                <a:latin typeface="Courier" charset="0"/>
                <a:ea typeface="Courier" charset="0"/>
                <a:cs typeface="Courier" charset="0"/>
              </a:rPr>
              <a:t>h1</a:t>
            </a:r>
            <a:r>
              <a:rPr lang="en-US" altLang="zh-CN" b="1" dirty="0">
                <a:solidFill>
                  <a:prstClr val="black"/>
                </a:solidFill>
                <a:latin typeface="Courier" charset="0"/>
                <a:ea typeface="Courier" charset="0"/>
                <a:cs typeface="Courier" charset="0"/>
              </a:rPr>
              <a:t>&gt;Library System&lt;/</a:t>
            </a:r>
            <a:r>
              <a:rPr lang="en-US" altLang="zh-CN" b="1" dirty="0">
                <a:solidFill>
                  <a:srgbClr val="000080"/>
                </a:solidFill>
                <a:latin typeface="Courier" charset="0"/>
                <a:ea typeface="Courier" charset="0"/>
                <a:cs typeface="Courier" charset="0"/>
              </a:rPr>
              <a:t>h1</a:t>
            </a:r>
            <a:r>
              <a:rPr lang="en-US" altLang="zh-CN" b="1" dirty="0">
                <a:solidFill>
                  <a:prstClr val="black"/>
                </a:solidFill>
                <a:latin typeface="Courier" charset="0"/>
                <a:ea typeface="Courier" charset="0"/>
                <a:cs typeface="Courier" charset="0"/>
              </a:rPr>
              <a:t>&gt;</a:t>
            </a:r>
            <a:br>
              <a:rPr lang="en-US" altLang="zh-CN" b="1" dirty="0">
                <a:solidFill>
                  <a:prstClr val="black"/>
                </a:solidFill>
                <a:latin typeface="Courier" charset="0"/>
                <a:ea typeface="Courier" charset="0"/>
                <a:cs typeface="Courier" charset="0"/>
              </a:rPr>
            </a:br>
            <a:r>
              <a:rPr lang="en-US" altLang="zh-CN" b="1" dirty="0">
                <a:solidFill>
                  <a:prstClr val="black"/>
                </a:solidFill>
                <a:latin typeface="Courier" charset="0"/>
                <a:ea typeface="Courier" charset="0"/>
                <a:cs typeface="Courier" charset="0"/>
              </a:rPr>
              <a:t>&lt;</a:t>
            </a:r>
            <a:r>
              <a:rPr lang="en-US" altLang="zh-CN" b="1" dirty="0">
                <a:solidFill>
                  <a:srgbClr val="000080"/>
                </a:solidFill>
                <a:latin typeface="Courier" charset="0"/>
                <a:ea typeface="Courier" charset="0"/>
                <a:cs typeface="Courier" charset="0"/>
              </a:rPr>
              <a:t>form </a:t>
            </a:r>
            <a:r>
              <a:rPr lang="en-US" altLang="zh-CN" b="1" dirty="0">
                <a:solidFill>
                  <a:srgbClr val="0000FF"/>
                </a:solidFill>
                <a:latin typeface="Courier" charset="0"/>
                <a:ea typeface="Courier" charset="0"/>
                <a:cs typeface="Courier" charset="0"/>
              </a:rPr>
              <a:t>method=</a:t>
            </a:r>
            <a:r>
              <a:rPr lang="en-US" altLang="zh-CN" b="1" dirty="0">
                <a:solidFill>
                  <a:srgbClr val="008000"/>
                </a:solidFill>
                <a:latin typeface="Courier" charset="0"/>
                <a:ea typeface="Courier" charset="0"/>
                <a:cs typeface="Courier" charset="0"/>
              </a:rPr>
              <a:t>"get" </a:t>
            </a:r>
            <a:r>
              <a:rPr lang="en-US" altLang="zh-CN" b="1" dirty="0">
                <a:solidFill>
                  <a:srgbClr val="0000FF"/>
                </a:solidFill>
                <a:latin typeface="Courier" charset="0"/>
                <a:ea typeface="Courier" charset="0"/>
                <a:cs typeface="Courier" charset="0"/>
              </a:rPr>
              <a:t>action=</a:t>
            </a:r>
            <a:r>
              <a:rPr lang="en-US" altLang="zh-CN" b="1" dirty="0">
                <a:solidFill>
                  <a:srgbClr val="008000"/>
                </a:solidFill>
                <a:latin typeface="Courier" charset="0"/>
                <a:ea typeface="Courier" charset="0"/>
                <a:cs typeface="Courier" charset="0"/>
              </a:rPr>
              <a:t>""</a:t>
            </a:r>
            <a:r>
              <a:rPr lang="en-US" altLang="zh-CN" b="1" dirty="0">
                <a:solidFill>
                  <a:prstClr val="black"/>
                </a:solidFill>
                <a:latin typeface="Courier" charset="0"/>
                <a:ea typeface="Courier" charset="0"/>
                <a:cs typeface="Courier" charset="0"/>
              </a:rPr>
              <a:t>&gt;</a:t>
            </a:r>
            <a:br>
              <a:rPr lang="en-US" altLang="zh-CN" b="1" dirty="0">
                <a:solidFill>
                  <a:prstClr val="black"/>
                </a:solidFill>
                <a:latin typeface="Courier" charset="0"/>
                <a:ea typeface="Courier" charset="0"/>
                <a:cs typeface="Courier" charset="0"/>
              </a:rPr>
            </a:br>
            <a:r>
              <a:rPr lang="en-US" altLang="zh-CN" b="1" dirty="0">
                <a:solidFill>
                  <a:prstClr val="black"/>
                </a:solidFill>
                <a:latin typeface="Courier" charset="0"/>
                <a:ea typeface="Courier" charset="0"/>
                <a:cs typeface="Courier" charset="0"/>
              </a:rPr>
              <a:t>    &lt;</a:t>
            </a:r>
            <a:r>
              <a:rPr lang="en-US" altLang="zh-CN" b="1" dirty="0">
                <a:solidFill>
                  <a:srgbClr val="000080"/>
                </a:solidFill>
                <a:latin typeface="Courier" charset="0"/>
                <a:ea typeface="Courier" charset="0"/>
                <a:cs typeface="Courier" charset="0"/>
              </a:rPr>
              <a:t>input </a:t>
            </a:r>
            <a:r>
              <a:rPr lang="en-US" altLang="zh-CN" b="1" dirty="0">
                <a:solidFill>
                  <a:srgbClr val="0000FF"/>
                </a:solidFill>
                <a:latin typeface="Courier" charset="0"/>
                <a:ea typeface="Courier" charset="0"/>
                <a:cs typeface="Courier" charset="0"/>
              </a:rPr>
              <a:t>type=</a:t>
            </a:r>
            <a:r>
              <a:rPr lang="en-US" altLang="zh-CN" b="1" dirty="0">
                <a:solidFill>
                  <a:srgbClr val="008000"/>
                </a:solidFill>
                <a:latin typeface="Courier" charset="0"/>
                <a:ea typeface="Courier" charset="0"/>
                <a:cs typeface="Courier" charset="0"/>
              </a:rPr>
              <a:t>"text" </a:t>
            </a:r>
            <a:r>
              <a:rPr lang="en-US" altLang="zh-CN" b="1" dirty="0">
                <a:solidFill>
                  <a:srgbClr val="0000FF"/>
                </a:solidFill>
                <a:latin typeface="Courier" charset="0"/>
                <a:ea typeface="Courier" charset="0"/>
                <a:cs typeface="Courier" charset="0"/>
              </a:rPr>
              <a:t>style=</a:t>
            </a:r>
            <a:r>
              <a:rPr lang="en-US" altLang="zh-CN" b="1" dirty="0">
                <a:solidFill>
                  <a:srgbClr val="008000"/>
                </a:solidFill>
                <a:latin typeface="Courier" charset="0"/>
                <a:ea typeface="Courier" charset="0"/>
                <a:cs typeface="Courier" charset="0"/>
              </a:rPr>
              <a:t>"</a:t>
            </a:r>
            <a:r>
              <a:rPr lang="en-US" altLang="zh-CN" b="1" dirty="0">
                <a:solidFill>
                  <a:srgbClr val="0000FF"/>
                </a:solidFill>
                <a:latin typeface="Courier" charset="0"/>
                <a:ea typeface="Courier" charset="0"/>
                <a:cs typeface="Courier" charset="0"/>
              </a:rPr>
              <a:t>width</a:t>
            </a:r>
            <a:r>
              <a:rPr lang="en-US" altLang="zh-CN" b="1" dirty="0">
                <a:solidFill>
                  <a:prstClr val="black"/>
                </a:solidFill>
                <a:latin typeface="Courier" charset="0"/>
                <a:ea typeface="Courier" charset="0"/>
                <a:cs typeface="Courier" charset="0"/>
              </a:rPr>
              <a:t>: </a:t>
            </a:r>
            <a:r>
              <a:rPr lang="en-US" altLang="zh-CN" b="1" dirty="0">
                <a:solidFill>
                  <a:srgbClr val="0000FF"/>
                </a:solidFill>
                <a:latin typeface="Courier" charset="0"/>
                <a:ea typeface="Courier" charset="0"/>
                <a:cs typeface="Courier" charset="0"/>
              </a:rPr>
              <a:t>60</a:t>
            </a:r>
            <a:r>
              <a:rPr lang="en-US" altLang="zh-CN" b="1" dirty="0">
                <a:solidFill>
                  <a:prstClr val="black"/>
                </a:solidFill>
                <a:latin typeface="Courier" charset="0"/>
                <a:ea typeface="Courier" charset="0"/>
                <a:cs typeface="Courier" charset="0"/>
              </a:rPr>
              <a:t>%;</a:t>
            </a:r>
            <a:r>
              <a:rPr lang="en-US" altLang="zh-CN" b="1" dirty="0">
                <a:solidFill>
                  <a:srgbClr val="0000FF"/>
                </a:solidFill>
                <a:latin typeface="Courier" charset="0"/>
                <a:ea typeface="Courier" charset="0"/>
                <a:cs typeface="Courier" charset="0"/>
              </a:rPr>
              <a:t>height</a:t>
            </a:r>
            <a:r>
              <a:rPr lang="en-US" altLang="zh-CN" b="1" dirty="0">
                <a:solidFill>
                  <a:prstClr val="black"/>
                </a:solidFill>
                <a:latin typeface="Courier" charset="0"/>
                <a:ea typeface="Courier" charset="0"/>
                <a:cs typeface="Courier" charset="0"/>
              </a:rPr>
              <a:t>: </a:t>
            </a:r>
            <a:r>
              <a:rPr lang="en-US" altLang="zh-CN" b="1" dirty="0">
                <a:solidFill>
                  <a:srgbClr val="0000FF"/>
                </a:solidFill>
                <a:latin typeface="Courier" charset="0"/>
                <a:ea typeface="Courier" charset="0"/>
                <a:cs typeface="Courier" charset="0"/>
              </a:rPr>
              <a:t>30</a:t>
            </a:r>
            <a:r>
              <a:rPr lang="en-US" altLang="zh-CN" b="1" dirty="0">
                <a:solidFill>
                  <a:srgbClr val="008000"/>
                </a:solidFill>
                <a:latin typeface="Courier" charset="0"/>
                <a:ea typeface="Courier" charset="0"/>
                <a:cs typeface="Courier" charset="0"/>
              </a:rPr>
              <a:t>px" </a:t>
            </a:r>
            <a:r>
              <a:rPr lang="en-US" altLang="zh-CN" b="1" dirty="0">
                <a:solidFill>
                  <a:srgbClr val="0000FF"/>
                </a:solidFill>
                <a:latin typeface="Courier" charset="0"/>
                <a:ea typeface="Courier" charset="0"/>
                <a:cs typeface="Courier" charset="0"/>
              </a:rPr>
              <a:t>placeholder=</a:t>
            </a:r>
            <a:r>
              <a:rPr lang="en-US" altLang="zh-CN" b="1" dirty="0">
                <a:solidFill>
                  <a:srgbClr val="008000"/>
                </a:solidFill>
                <a:latin typeface="Courier" charset="0"/>
                <a:ea typeface="Courier" charset="0"/>
                <a:cs typeface="Courier" charset="0"/>
              </a:rPr>
              <a:t>"searching"</a:t>
            </a:r>
            <a:r>
              <a:rPr lang="en-US" altLang="zh-CN" b="1" dirty="0">
                <a:solidFill>
                  <a:prstClr val="black"/>
                </a:solidFill>
                <a:latin typeface="Courier" charset="0"/>
                <a:ea typeface="Courier" charset="0"/>
                <a:cs typeface="Courier" charset="0"/>
              </a:rPr>
              <a:t>&gt;</a:t>
            </a:r>
            <a:br>
              <a:rPr lang="en-US" altLang="zh-CN" b="1" dirty="0">
                <a:solidFill>
                  <a:prstClr val="black"/>
                </a:solidFill>
                <a:latin typeface="Courier" charset="0"/>
                <a:ea typeface="Courier" charset="0"/>
                <a:cs typeface="Courier" charset="0"/>
              </a:rPr>
            </a:br>
            <a:r>
              <a:rPr lang="en-US" altLang="zh-CN" b="1" dirty="0">
                <a:solidFill>
                  <a:prstClr val="black"/>
                </a:solidFill>
                <a:latin typeface="Courier" charset="0"/>
                <a:ea typeface="Courier" charset="0"/>
                <a:cs typeface="Courier" charset="0"/>
              </a:rPr>
              <a:t>    &lt;</a:t>
            </a:r>
            <a:r>
              <a:rPr lang="en-US" altLang="zh-CN" b="1" dirty="0">
                <a:solidFill>
                  <a:srgbClr val="000080"/>
                </a:solidFill>
                <a:latin typeface="Courier" charset="0"/>
                <a:ea typeface="Courier" charset="0"/>
                <a:cs typeface="Courier" charset="0"/>
              </a:rPr>
              <a:t>input </a:t>
            </a:r>
            <a:r>
              <a:rPr lang="en-US" altLang="zh-CN" b="1" dirty="0">
                <a:solidFill>
                  <a:srgbClr val="0000FF"/>
                </a:solidFill>
                <a:latin typeface="Courier" charset="0"/>
                <a:ea typeface="Courier" charset="0"/>
                <a:cs typeface="Courier" charset="0"/>
              </a:rPr>
              <a:t>type=</a:t>
            </a:r>
            <a:r>
              <a:rPr lang="en-US" altLang="zh-CN" b="1" dirty="0">
                <a:solidFill>
                  <a:srgbClr val="008000"/>
                </a:solidFill>
                <a:latin typeface="Courier" charset="0"/>
                <a:ea typeface="Courier" charset="0"/>
                <a:cs typeface="Courier" charset="0"/>
              </a:rPr>
              <a:t>"submit" </a:t>
            </a:r>
            <a:r>
              <a:rPr lang="en-US" altLang="zh-CN" b="1" dirty="0">
                <a:solidFill>
                  <a:srgbClr val="0000FF"/>
                </a:solidFill>
                <a:latin typeface="Courier" charset="0"/>
                <a:ea typeface="Courier" charset="0"/>
                <a:cs typeface="Courier" charset="0"/>
              </a:rPr>
              <a:t>value=</a:t>
            </a:r>
            <a:r>
              <a:rPr lang="en-US" altLang="zh-CN" b="1" dirty="0">
                <a:solidFill>
                  <a:srgbClr val="008000"/>
                </a:solidFill>
                <a:latin typeface="Courier" charset="0"/>
                <a:ea typeface="Courier" charset="0"/>
                <a:cs typeface="Courier" charset="0"/>
              </a:rPr>
              <a:t>"Search"</a:t>
            </a:r>
            <a:r>
              <a:rPr lang="en-US" altLang="zh-CN" b="1" dirty="0">
                <a:solidFill>
                  <a:prstClr val="black"/>
                </a:solidFill>
                <a:latin typeface="Courier" charset="0"/>
                <a:ea typeface="Courier" charset="0"/>
                <a:cs typeface="Courier" charset="0"/>
              </a:rPr>
              <a:t>&gt;</a:t>
            </a:r>
            <a:br>
              <a:rPr lang="en-US" altLang="zh-CN" b="1" dirty="0">
                <a:solidFill>
                  <a:prstClr val="black"/>
                </a:solidFill>
                <a:latin typeface="Courier" charset="0"/>
                <a:ea typeface="Courier" charset="0"/>
                <a:cs typeface="Courier" charset="0"/>
              </a:rPr>
            </a:br>
            <a:r>
              <a:rPr lang="en-US" altLang="zh-CN" b="1" dirty="0">
                <a:solidFill>
                  <a:prstClr val="black"/>
                </a:solidFill>
                <a:latin typeface="Courier" charset="0"/>
                <a:ea typeface="Courier" charset="0"/>
                <a:cs typeface="Courier" charset="0"/>
              </a:rPr>
              <a:t>&lt;/</a:t>
            </a:r>
            <a:r>
              <a:rPr lang="en-US" altLang="zh-CN" b="1" dirty="0">
                <a:solidFill>
                  <a:srgbClr val="000080"/>
                </a:solidFill>
                <a:latin typeface="Courier" charset="0"/>
                <a:ea typeface="Courier" charset="0"/>
                <a:cs typeface="Courier" charset="0"/>
              </a:rPr>
              <a:t>form</a:t>
            </a:r>
            <a:r>
              <a:rPr lang="en-US" altLang="zh-CN" b="1" dirty="0">
                <a:solidFill>
                  <a:prstClr val="black"/>
                </a:solidFill>
                <a:latin typeface="Courier" charset="0"/>
                <a:ea typeface="Courier" charset="0"/>
                <a:cs typeface="Courier" charset="0"/>
              </a:rPr>
              <a:t>&gt;</a:t>
            </a:r>
            <a:br>
              <a:rPr lang="en-US" altLang="zh-CN" b="1" dirty="0">
                <a:solidFill>
                  <a:prstClr val="black"/>
                </a:solidFill>
                <a:latin typeface="Courier" charset="0"/>
                <a:ea typeface="Courier" charset="0"/>
                <a:cs typeface="Courier" charset="0"/>
              </a:rPr>
            </a:br>
            <a:r>
              <a:rPr lang="en-US" altLang="zh-CN" b="1" dirty="0">
                <a:solidFill>
                  <a:prstClr val="black"/>
                </a:solidFill>
                <a:latin typeface="Courier" charset="0"/>
                <a:ea typeface="Courier" charset="0"/>
                <a:cs typeface="Courier" charset="0"/>
              </a:rPr>
              <a:t>&lt;/</a:t>
            </a:r>
            <a:r>
              <a:rPr lang="en-US" altLang="zh-CN" b="1" dirty="0">
                <a:solidFill>
                  <a:srgbClr val="000080"/>
                </a:solidFill>
                <a:latin typeface="Courier" charset="0"/>
                <a:ea typeface="Courier" charset="0"/>
                <a:cs typeface="Courier" charset="0"/>
              </a:rPr>
              <a:t>body</a:t>
            </a:r>
            <a:r>
              <a:rPr lang="en-US" altLang="zh-CN" b="1" dirty="0">
                <a:solidFill>
                  <a:prstClr val="black"/>
                </a:solidFill>
                <a:latin typeface="Courier" charset="0"/>
                <a:ea typeface="Courier" charset="0"/>
                <a:cs typeface="Courier" charset="0"/>
              </a:rPr>
              <a:t>&gt;</a:t>
            </a:r>
            <a:br>
              <a:rPr lang="en-US" altLang="zh-CN" b="1" dirty="0">
                <a:solidFill>
                  <a:prstClr val="black"/>
                </a:solidFill>
                <a:latin typeface="Courier" charset="0"/>
                <a:ea typeface="Courier" charset="0"/>
                <a:cs typeface="Courier" charset="0"/>
              </a:rPr>
            </a:br>
            <a:r>
              <a:rPr lang="en-US" altLang="zh-CN" b="1" dirty="0">
                <a:solidFill>
                  <a:prstClr val="black"/>
                </a:solidFill>
                <a:latin typeface="Courier" charset="0"/>
                <a:ea typeface="Courier" charset="0"/>
                <a:cs typeface="Courier" charset="0"/>
              </a:rPr>
              <a:t>&lt;/</a:t>
            </a:r>
            <a:r>
              <a:rPr lang="en-US" altLang="zh-CN" b="1" dirty="0">
                <a:solidFill>
                  <a:srgbClr val="000080"/>
                </a:solidFill>
                <a:latin typeface="Courier" charset="0"/>
                <a:ea typeface="Courier" charset="0"/>
                <a:cs typeface="Courier" charset="0"/>
              </a:rPr>
              <a:t>html</a:t>
            </a:r>
            <a:r>
              <a:rPr lang="en-US" altLang="zh-CN" b="1" dirty="0">
                <a:solidFill>
                  <a:prstClr val="black"/>
                </a:solidFill>
                <a:latin typeface="Courier" charset="0"/>
                <a:ea typeface="Courier" charset="0"/>
                <a:cs typeface="Courier" charset="0"/>
              </a:rPr>
              <a:t>&gt;</a:t>
            </a:r>
            <a:endParaRPr lang="zh-CN" altLang="en-US" b="1" dirty="0">
              <a:solidFill>
                <a:prstClr val="black"/>
              </a:solidFill>
              <a:latin typeface="Courier" charset="0"/>
              <a:ea typeface="Courier" charset="0"/>
              <a:cs typeface="Courier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711423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homepage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 smtClean="0"/>
              <a:t>now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we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can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search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book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using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book’s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name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on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Homepage.</a:t>
            </a:r>
            <a:endParaRPr kumimoji="1"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1217" y="3281083"/>
            <a:ext cx="6113266" cy="3375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13764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 err="1"/>
              <a:t>Namespacing</a:t>
            </a:r>
            <a:r>
              <a:rPr lang="en-US" altLang="zh-CN" dirty="0"/>
              <a:t> URL </a:t>
            </a:r>
            <a:r>
              <a:rPr lang="en-US" altLang="zh-CN" dirty="0" smtClean="0"/>
              <a:t>names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85800" y="1946597"/>
            <a:ext cx="7772400" cy="4050792"/>
          </a:xfrm>
        </p:spPr>
        <p:txBody>
          <a:bodyPr/>
          <a:lstStyle/>
          <a:p>
            <a:r>
              <a:rPr kumimoji="1" lang="en-US" altLang="zh-CN" dirty="0" smtClean="0"/>
              <a:t>Modify</a:t>
            </a:r>
            <a:r>
              <a:rPr kumimoji="1" lang="zh-CN" altLang="en-US" dirty="0" smtClean="0"/>
              <a:t> </a:t>
            </a:r>
            <a:r>
              <a:rPr kumimoji="1" lang="en-US" altLang="zh-CN" dirty="0" err="1" smtClean="0"/>
              <a:t>homepage.html</a:t>
            </a:r>
            <a:endParaRPr kumimoji="1"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685800" y="2594009"/>
            <a:ext cx="7772400" cy="4247317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</p:spPr>
        <p:txBody>
          <a:bodyPr wrap="square">
            <a:spAutoFit/>
          </a:bodyPr>
          <a:lstStyle/>
          <a:p>
            <a:r>
              <a:rPr lang="en-US" altLang="zh-CN" b="1" dirty="0">
                <a:latin typeface="Courier" charset="0"/>
                <a:ea typeface="Courier" charset="0"/>
                <a:cs typeface="Courier" charset="0"/>
              </a:rPr>
              <a:t>&lt;!DOCTYPE </a:t>
            </a:r>
            <a:r>
              <a:rPr lang="en-US" altLang="zh-CN" b="1" dirty="0">
                <a:solidFill>
                  <a:srgbClr val="0000FF"/>
                </a:solidFill>
                <a:latin typeface="Courier" charset="0"/>
                <a:ea typeface="Courier" charset="0"/>
                <a:cs typeface="Courier" charset="0"/>
              </a:rPr>
              <a:t>html</a:t>
            </a:r>
            <a:r>
              <a:rPr lang="en-US" altLang="zh-CN" b="1" dirty="0">
                <a:latin typeface="Courier" charset="0"/>
                <a:ea typeface="Courier" charset="0"/>
                <a:cs typeface="Courier" charset="0"/>
              </a:rPr>
              <a:t>&gt;</a:t>
            </a:r>
            <a:br>
              <a:rPr lang="en-US" altLang="zh-CN" b="1" dirty="0">
                <a:latin typeface="Courier" charset="0"/>
                <a:ea typeface="Courier" charset="0"/>
                <a:cs typeface="Courier" charset="0"/>
              </a:rPr>
            </a:br>
            <a:r>
              <a:rPr lang="en-US" altLang="zh-CN" b="1" dirty="0">
                <a:latin typeface="Courier" charset="0"/>
                <a:ea typeface="Courier" charset="0"/>
                <a:cs typeface="Courier" charset="0"/>
              </a:rPr>
              <a:t>&lt;</a:t>
            </a:r>
            <a:r>
              <a:rPr lang="en-US" altLang="zh-CN" b="1" dirty="0">
                <a:solidFill>
                  <a:srgbClr val="000080"/>
                </a:solidFill>
                <a:latin typeface="Courier" charset="0"/>
                <a:ea typeface="Courier" charset="0"/>
                <a:cs typeface="Courier" charset="0"/>
              </a:rPr>
              <a:t>html </a:t>
            </a:r>
            <a:r>
              <a:rPr lang="en-US" altLang="zh-CN" b="1" dirty="0" err="1">
                <a:solidFill>
                  <a:srgbClr val="0000FF"/>
                </a:solidFill>
                <a:latin typeface="Courier" charset="0"/>
                <a:ea typeface="Courier" charset="0"/>
                <a:cs typeface="Courier" charset="0"/>
              </a:rPr>
              <a:t>lang</a:t>
            </a:r>
            <a:r>
              <a:rPr lang="en-US" altLang="zh-CN" b="1" dirty="0">
                <a:solidFill>
                  <a:srgbClr val="0000FF"/>
                </a:solidFill>
                <a:latin typeface="Courier" charset="0"/>
                <a:ea typeface="Courier" charset="0"/>
                <a:cs typeface="Courier" charset="0"/>
              </a:rPr>
              <a:t>=</a:t>
            </a:r>
            <a:r>
              <a:rPr lang="en-US" altLang="zh-CN" b="1" dirty="0">
                <a:solidFill>
                  <a:srgbClr val="008000"/>
                </a:solidFill>
                <a:latin typeface="Courier" charset="0"/>
                <a:ea typeface="Courier" charset="0"/>
                <a:cs typeface="Courier" charset="0"/>
              </a:rPr>
              <a:t>"</a:t>
            </a:r>
            <a:r>
              <a:rPr lang="en-US" altLang="zh-CN" b="1" dirty="0" err="1">
                <a:solidFill>
                  <a:srgbClr val="008000"/>
                </a:solidFill>
                <a:latin typeface="Courier" charset="0"/>
                <a:ea typeface="Courier" charset="0"/>
                <a:cs typeface="Courier" charset="0"/>
              </a:rPr>
              <a:t>en</a:t>
            </a:r>
            <a:r>
              <a:rPr lang="en-US" altLang="zh-CN" b="1" dirty="0">
                <a:solidFill>
                  <a:srgbClr val="008000"/>
                </a:solidFill>
                <a:latin typeface="Courier" charset="0"/>
                <a:ea typeface="Courier" charset="0"/>
                <a:cs typeface="Courier" charset="0"/>
              </a:rPr>
              <a:t>"</a:t>
            </a:r>
            <a:r>
              <a:rPr lang="en-US" altLang="zh-CN" b="1" dirty="0">
                <a:latin typeface="Courier" charset="0"/>
                <a:ea typeface="Courier" charset="0"/>
                <a:cs typeface="Courier" charset="0"/>
              </a:rPr>
              <a:t>&gt;</a:t>
            </a:r>
            <a:br>
              <a:rPr lang="en-US" altLang="zh-CN" b="1" dirty="0">
                <a:latin typeface="Courier" charset="0"/>
                <a:ea typeface="Courier" charset="0"/>
                <a:cs typeface="Courier" charset="0"/>
              </a:rPr>
            </a:br>
            <a:r>
              <a:rPr lang="en-US" altLang="zh-CN" b="1" dirty="0">
                <a:latin typeface="Courier" charset="0"/>
                <a:ea typeface="Courier" charset="0"/>
                <a:cs typeface="Courier" charset="0"/>
              </a:rPr>
              <a:t>&lt;</a:t>
            </a:r>
            <a:r>
              <a:rPr lang="en-US" altLang="zh-CN" b="1" dirty="0">
                <a:solidFill>
                  <a:srgbClr val="000080"/>
                </a:solidFill>
                <a:latin typeface="Courier" charset="0"/>
                <a:ea typeface="Courier" charset="0"/>
                <a:cs typeface="Courier" charset="0"/>
              </a:rPr>
              <a:t>head</a:t>
            </a:r>
            <a:r>
              <a:rPr lang="en-US" altLang="zh-CN" b="1" dirty="0">
                <a:latin typeface="Courier" charset="0"/>
                <a:ea typeface="Courier" charset="0"/>
                <a:cs typeface="Courier" charset="0"/>
              </a:rPr>
              <a:t>&gt;</a:t>
            </a:r>
            <a:br>
              <a:rPr lang="en-US" altLang="zh-CN" b="1" dirty="0">
                <a:latin typeface="Courier" charset="0"/>
                <a:ea typeface="Courier" charset="0"/>
                <a:cs typeface="Courier" charset="0"/>
              </a:rPr>
            </a:br>
            <a:r>
              <a:rPr lang="en-US" altLang="zh-CN" b="1" dirty="0">
                <a:latin typeface="Courier" charset="0"/>
                <a:ea typeface="Courier" charset="0"/>
                <a:cs typeface="Courier" charset="0"/>
              </a:rPr>
              <a:t>    &lt;</a:t>
            </a:r>
            <a:r>
              <a:rPr lang="en-US" altLang="zh-CN" b="1" dirty="0">
                <a:solidFill>
                  <a:srgbClr val="000080"/>
                </a:solidFill>
                <a:latin typeface="Courier" charset="0"/>
                <a:ea typeface="Courier" charset="0"/>
                <a:cs typeface="Courier" charset="0"/>
              </a:rPr>
              <a:t>meta </a:t>
            </a:r>
            <a:r>
              <a:rPr lang="en-US" altLang="zh-CN" b="1" dirty="0">
                <a:solidFill>
                  <a:srgbClr val="0000FF"/>
                </a:solidFill>
                <a:latin typeface="Courier" charset="0"/>
                <a:ea typeface="Courier" charset="0"/>
                <a:cs typeface="Courier" charset="0"/>
              </a:rPr>
              <a:t>charset=</a:t>
            </a:r>
            <a:r>
              <a:rPr lang="en-US" altLang="zh-CN" b="1" dirty="0">
                <a:solidFill>
                  <a:srgbClr val="008000"/>
                </a:solidFill>
                <a:latin typeface="Courier" charset="0"/>
                <a:ea typeface="Courier" charset="0"/>
                <a:cs typeface="Courier" charset="0"/>
              </a:rPr>
              <a:t>"UTF-8"</a:t>
            </a:r>
            <a:r>
              <a:rPr lang="en-US" altLang="zh-CN" b="1" dirty="0">
                <a:latin typeface="Courier" charset="0"/>
                <a:ea typeface="Courier" charset="0"/>
                <a:cs typeface="Courier" charset="0"/>
              </a:rPr>
              <a:t>&gt;</a:t>
            </a:r>
            <a:br>
              <a:rPr lang="en-US" altLang="zh-CN" b="1" dirty="0">
                <a:latin typeface="Courier" charset="0"/>
                <a:ea typeface="Courier" charset="0"/>
                <a:cs typeface="Courier" charset="0"/>
              </a:rPr>
            </a:br>
            <a:r>
              <a:rPr lang="en-US" altLang="zh-CN" b="1" dirty="0">
                <a:latin typeface="Courier" charset="0"/>
                <a:ea typeface="Courier" charset="0"/>
                <a:cs typeface="Courier" charset="0"/>
              </a:rPr>
              <a:t>    &lt;</a:t>
            </a:r>
            <a:r>
              <a:rPr lang="en-US" altLang="zh-CN" b="1" dirty="0">
                <a:solidFill>
                  <a:srgbClr val="000080"/>
                </a:solidFill>
                <a:latin typeface="Courier" charset="0"/>
                <a:ea typeface="Courier" charset="0"/>
                <a:cs typeface="Courier" charset="0"/>
              </a:rPr>
              <a:t>title</a:t>
            </a:r>
            <a:r>
              <a:rPr lang="en-US" altLang="zh-CN" b="1" dirty="0">
                <a:latin typeface="Courier" charset="0"/>
                <a:ea typeface="Courier" charset="0"/>
                <a:cs typeface="Courier" charset="0"/>
              </a:rPr>
              <a:t>&gt;Library System&lt;/</a:t>
            </a:r>
            <a:r>
              <a:rPr lang="en-US" altLang="zh-CN" b="1" dirty="0">
                <a:solidFill>
                  <a:srgbClr val="000080"/>
                </a:solidFill>
                <a:latin typeface="Courier" charset="0"/>
                <a:ea typeface="Courier" charset="0"/>
                <a:cs typeface="Courier" charset="0"/>
              </a:rPr>
              <a:t>title</a:t>
            </a:r>
            <a:r>
              <a:rPr lang="en-US" altLang="zh-CN" b="1" dirty="0">
                <a:latin typeface="Courier" charset="0"/>
                <a:ea typeface="Courier" charset="0"/>
                <a:cs typeface="Courier" charset="0"/>
              </a:rPr>
              <a:t>&gt;</a:t>
            </a:r>
            <a:br>
              <a:rPr lang="en-US" altLang="zh-CN" b="1" dirty="0">
                <a:latin typeface="Courier" charset="0"/>
                <a:ea typeface="Courier" charset="0"/>
                <a:cs typeface="Courier" charset="0"/>
              </a:rPr>
            </a:br>
            <a:r>
              <a:rPr lang="en-US" altLang="zh-CN" b="1" dirty="0">
                <a:latin typeface="Courier" charset="0"/>
                <a:ea typeface="Courier" charset="0"/>
                <a:cs typeface="Courier" charset="0"/>
              </a:rPr>
              <a:t>&lt;/</a:t>
            </a:r>
            <a:r>
              <a:rPr lang="en-US" altLang="zh-CN" b="1" dirty="0">
                <a:solidFill>
                  <a:srgbClr val="000080"/>
                </a:solidFill>
                <a:latin typeface="Courier" charset="0"/>
                <a:ea typeface="Courier" charset="0"/>
                <a:cs typeface="Courier" charset="0"/>
              </a:rPr>
              <a:t>head</a:t>
            </a:r>
            <a:r>
              <a:rPr lang="en-US" altLang="zh-CN" b="1" dirty="0">
                <a:latin typeface="Courier" charset="0"/>
                <a:ea typeface="Courier" charset="0"/>
                <a:cs typeface="Courier" charset="0"/>
              </a:rPr>
              <a:t>&gt;</a:t>
            </a:r>
            <a:br>
              <a:rPr lang="en-US" altLang="zh-CN" b="1" dirty="0">
                <a:latin typeface="Courier" charset="0"/>
                <a:ea typeface="Courier" charset="0"/>
                <a:cs typeface="Courier" charset="0"/>
              </a:rPr>
            </a:br>
            <a:r>
              <a:rPr lang="en-US" altLang="zh-CN" b="1" dirty="0">
                <a:latin typeface="Courier" charset="0"/>
                <a:ea typeface="Courier" charset="0"/>
                <a:cs typeface="Courier" charset="0"/>
              </a:rPr>
              <a:t>&lt;</a:t>
            </a:r>
            <a:r>
              <a:rPr lang="en-US" altLang="zh-CN" b="1" dirty="0">
                <a:solidFill>
                  <a:srgbClr val="000080"/>
                </a:solidFill>
                <a:latin typeface="Courier" charset="0"/>
                <a:ea typeface="Courier" charset="0"/>
                <a:cs typeface="Courier" charset="0"/>
              </a:rPr>
              <a:t>body </a:t>
            </a:r>
            <a:r>
              <a:rPr lang="en-US" altLang="zh-CN" b="1" dirty="0">
                <a:solidFill>
                  <a:srgbClr val="0000FF"/>
                </a:solidFill>
                <a:latin typeface="Courier" charset="0"/>
                <a:ea typeface="Courier" charset="0"/>
                <a:cs typeface="Courier" charset="0"/>
              </a:rPr>
              <a:t>style=</a:t>
            </a:r>
            <a:r>
              <a:rPr lang="en-US" altLang="zh-CN" b="1" dirty="0">
                <a:solidFill>
                  <a:srgbClr val="008000"/>
                </a:solidFill>
                <a:latin typeface="Courier" charset="0"/>
                <a:ea typeface="Courier" charset="0"/>
                <a:cs typeface="Courier" charset="0"/>
              </a:rPr>
              <a:t>"</a:t>
            </a:r>
            <a:r>
              <a:rPr lang="en-US" altLang="zh-CN" b="1" dirty="0">
                <a:solidFill>
                  <a:srgbClr val="0000FF"/>
                </a:solidFill>
                <a:latin typeface="Courier" charset="0"/>
                <a:ea typeface="Courier" charset="0"/>
                <a:cs typeface="Courier" charset="0"/>
              </a:rPr>
              <a:t>text-align</a:t>
            </a:r>
            <a:r>
              <a:rPr lang="en-US" altLang="zh-CN" b="1" dirty="0">
                <a:latin typeface="Courier" charset="0"/>
                <a:ea typeface="Courier" charset="0"/>
                <a:cs typeface="Courier" charset="0"/>
              </a:rPr>
              <a:t>: </a:t>
            </a:r>
            <a:r>
              <a:rPr lang="en-US" altLang="zh-CN" b="1" dirty="0">
                <a:solidFill>
                  <a:srgbClr val="008000"/>
                </a:solidFill>
                <a:latin typeface="Courier" charset="0"/>
                <a:ea typeface="Courier" charset="0"/>
                <a:cs typeface="Courier" charset="0"/>
              </a:rPr>
              <a:t>center"</a:t>
            </a:r>
            <a:r>
              <a:rPr lang="en-US" altLang="zh-CN" b="1" dirty="0">
                <a:latin typeface="Courier" charset="0"/>
                <a:ea typeface="Courier" charset="0"/>
                <a:cs typeface="Courier" charset="0"/>
              </a:rPr>
              <a:t>&gt;</a:t>
            </a:r>
            <a:br>
              <a:rPr lang="en-US" altLang="zh-CN" b="1" dirty="0">
                <a:latin typeface="Courier" charset="0"/>
                <a:ea typeface="Courier" charset="0"/>
                <a:cs typeface="Courier" charset="0"/>
              </a:rPr>
            </a:br>
            <a:r>
              <a:rPr lang="en-US" altLang="zh-CN" b="1" dirty="0">
                <a:latin typeface="Courier" charset="0"/>
                <a:ea typeface="Courier" charset="0"/>
                <a:cs typeface="Courier" charset="0"/>
              </a:rPr>
              <a:t>&lt;</a:t>
            </a:r>
            <a:r>
              <a:rPr lang="en-US" altLang="zh-CN" b="1" dirty="0">
                <a:solidFill>
                  <a:srgbClr val="000080"/>
                </a:solidFill>
                <a:latin typeface="Courier" charset="0"/>
                <a:ea typeface="Courier" charset="0"/>
                <a:cs typeface="Courier" charset="0"/>
              </a:rPr>
              <a:t>h1</a:t>
            </a:r>
            <a:r>
              <a:rPr lang="en-US" altLang="zh-CN" b="1" dirty="0">
                <a:latin typeface="Courier" charset="0"/>
                <a:ea typeface="Courier" charset="0"/>
                <a:cs typeface="Courier" charset="0"/>
              </a:rPr>
              <a:t>&gt;Library System&lt;/</a:t>
            </a:r>
            <a:r>
              <a:rPr lang="en-US" altLang="zh-CN" b="1" dirty="0">
                <a:solidFill>
                  <a:srgbClr val="000080"/>
                </a:solidFill>
                <a:latin typeface="Courier" charset="0"/>
                <a:ea typeface="Courier" charset="0"/>
                <a:cs typeface="Courier" charset="0"/>
              </a:rPr>
              <a:t>h1</a:t>
            </a:r>
            <a:r>
              <a:rPr lang="en-US" altLang="zh-CN" b="1" dirty="0">
                <a:latin typeface="Courier" charset="0"/>
                <a:ea typeface="Courier" charset="0"/>
                <a:cs typeface="Courier" charset="0"/>
              </a:rPr>
              <a:t>&gt;</a:t>
            </a:r>
            <a:br>
              <a:rPr lang="en-US" altLang="zh-CN" b="1" dirty="0">
                <a:latin typeface="Courier" charset="0"/>
                <a:ea typeface="Courier" charset="0"/>
                <a:cs typeface="Courier" charset="0"/>
              </a:rPr>
            </a:br>
            <a:r>
              <a:rPr lang="en-US" altLang="zh-CN" b="1" dirty="0">
                <a:latin typeface="Courier" charset="0"/>
                <a:ea typeface="Courier" charset="0"/>
                <a:cs typeface="Courier" charset="0"/>
              </a:rPr>
              <a:t>&lt;</a:t>
            </a:r>
            <a:r>
              <a:rPr lang="en-US" altLang="zh-CN" b="1" dirty="0">
                <a:solidFill>
                  <a:srgbClr val="000080"/>
                </a:solidFill>
                <a:latin typeface="Courier" charset="0"/>
                <a:ea typeface="Courier" charset="0"/>
                <a:cs typeface="Courier" charset="0"/>
              </a:rPr>
              <a:t>form </a:t>
            </a:r>
            <a:r>
              <a:rPr lang="en-US" altLang="zh-CN" b="1" dirty="0">
                <a:solidFill>
                  <a:srgbClr val="0000FF"/>
                </a:solidFill>
                <a:latin typeface="Courier" charset="0"/>
                <a:ea typeface="Courier" charset="0"/>
                <a:cs typeface="Courier" charset="0"/>
              </a:rPr>
              <a:t>method=</a:t>
            </a:r>
            <a:r>
              <a:rPr lang="en-US" altLang="zh-CN" b="1" dirty="0">
                <a:solidFill>
                  <a:srgbClr val="008000"/>
                </a:solidFill>
                <a:latin typeface="Courier" charset="0"/>
                <a:ea typeface="Courier" charset="0"/>
                <a:cs typeface="Courier" charset="0"/>
              </a:rPr>
              <a:t>"get" </a:t>
            </a:r>
            <a:r>
              <a:rPr lang="en-US" altLang="zh-CN" b="1" dirty="0">
                <a:solidFill>
                  <a:srgbClr val="0000FF"/>
                </a:solidFill>
                <a:latin typeface="Courier" charset="0"/>
                <a:ea typeface="Courier" charset="0"/>
                <a:cs typeface="Courier" charset="0"/>
              </a:rPr>
              <a:t>action=</a:t>
            </a:r>
            <a:r>
              <a:rPr lang="en-US" altLang="zh-CN" b="1" dirty="0">
                <a:solidFill>
                  <a:srgbClr val="008000"/>
                </a:solidFill>
                <a:latin typeface="Courier" charset="0"/>
                <a:ea typeface="Courier" charset="0"/>
                <a:cs typeface="Courier" charset="0"/>
              </a:rPr>
              <a:t>"</a:t>
            </a:r>
            <a:r>
              <a:rPr lang="en-US" altLang="zh-CN" b="1" dirty="0">
                <a:latin typeface="Courier" charset="0"/>
                <a:ea typeface="Courier" charset="0"/>
                <a:cs typeface="Courier" charset="0"/>
              </a:rPr>
              <a:t>{% </a:t>
            </a:r>
            <a:r>
              <a:rPr lang="en-US" altLang="zh-CN" b="1" dirty="0" err="1">
                <a:solidFill>
                  <a:srgbClr val="000080"/>
                </a:solidFill>
                <a:latin typeface="Courier" charset="0"/>
                <a:ea typeface="Courier" charset="0"/>
                <a:cs typeface="Courier" charset="0"/>
              </a:rPr>
              <a:t>url</a:t>
            </a:r>
            <a:r>
              <a:rPr lang="en-US" altLang="zh-CN" b="1" dirty="0">
                <a:solidFill>
                  <a:srgbClr val="000080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altLang="zh-CN" b="1" dirty="0">
                <a:solidFill>
                  <a:srgbClr val="008000"/>
                </a:solidFill>
                <a:latin typeface="Courier" charset="0"/>
                <a:ea typeface="Courier" charset="0"/>
                <a:cs typeface="Courier" charset="0"/>
              </a:rPr>
              <a:t>'</a:t>
            </a:r>
            <a:r>
              <a:rPr lang="en-US" altLang="zh-CN" b="1" dirty="0" err="1">
                <a:solidFill>
                  <a:srgbClr val="008000"/>
                </a:solidFill>
                <a:latin typeface="Courier" charset="0"/>
                <a:ea typeface="Courier" charset="0"/>
                <a:cs typeface="Courier" charset="0"/>
              </a:rPr>
              <a:t>book_list</a:t>
            </a:r>
            <a:r>
              <a:rPr lang="en-US" altLang="zh-CN" b="1" dirty="0">
                <a:solidFill>
                  <a:srgbClr val="008000"/>
                </a:solidFill>
                <a:latin typeface="Courier" charset="0"/>
                <a:ea typeface="Courier" charset="0"/>
                <a:cs typeface="Courier" charset="0"/>
              </a:rPr>
              <a:t>' </a:t>
            </a:r>
            <a:r>
              <a:rPr lang="en-US" altLang="zh-CN" b="1" dirty="0">
                <a:latin typeface="Courier" charset="0"/>
                <a:ea typeface="Courier" charset="0"/>
                <a:cs typeface="Courier" charset="0"/>
              </a:rPr>
              <a:t>%}</a:t>
            </a:r>
            <a:r>
              <a:rPr lang="en-US" altLang="zh-CN" b="1" dirty="0">
                <a:solidFill>
                  <a:srgbClr val="008000"/>
                </a:solidFill>
                <a:latin typeface="Courier" charset="0"/>
                <a:ea typeface="Courier" charset="0"/>
                <a:cs typeface="Courier" charset="0"/>
              </a:rPr>
              <a:t>"</a:t>
            </a:r>
            <a:r>
              <a:rPr lang="en-US" altLang="zh-CN" b="1" dirty="0">
                <a:latin typeface="Courier" charset="0"/>
                <a:ea typeface="Courier" charset="0"/>
                <a:cs typeface="Courier" charset="0"/>
              </a:rPr>
              <a:t>&gt;</a:t>
            </a:r>
            <a:br>
              <a:rPr lang="en-US" altLang="zh-CN" b="1" dirty="0">
                <a:latin typeface="Courier" charset="0"/>
                <a:ea typeface="Courier" charset="0"/>
                <a:cs typeface="Courier" charset="0"/>
              </a:rPr>
            </a:br>
            <a:r>
              <a:rPr lang="en-US" altLang="zh-CN" b="1" dirty="0">
                <a:latin typeface="Courier" charset="0"/>
                <a:ea typeface="Courier" charset="0"/>
                <a:cs typeface="Courier" charset="0"/>
              </a:rPr>
              <a:t>    &lt;</a:t>
            </a:r>
            <a:r>
              <a:rPr lang="en-US" altLang="zh-CN" b="1" dirty="0">
                <a:solidFill>
                  <a:srgbClr val="000080"/>
                </a:solidFill>
                <a:latin typeface="Courier" charset="0"/>
                <a:ea typeface="Courier" charset="0"/>
                <a:cs typeface="Courier" charset="0"/>
              </a:rPr>
              <a:t>input </a:t>
            </a:r>
            <a:r>
              <a:rPr lang="en-US" altLang="zh-CN" b="1" dirty="0">
                <a:solidFill>
                  <a:srgbClr val="0000FF"/>
                </a:solidFill>
                <a:latin typeface="Courier" charset="0"/>
                <a:ea typeface="Courier" charset="0"/>
                <a:cs typeface="Courier" charset="0"/>
              </a:rPr>
              <a:t>type=</a:t>
            </a:r>
            <a:r>
              <a:rPr lang="en-US" altLang="zh-CN" b="1" dirty="0">
                <a:solidFill>
                  <a:srgbClr val="008000"/>
                </a:solidFill>
                <a:latin typeface="Courier" charset="0"/>
                <a:ea typeface="Courier" charset="0"/>
                <a:cs typeface="Courier" charset="0"/>
              </a:rPr>
              <a:t>"text" </a:t>
            </a:r>
            <a:r>
              <a:rPr lang="en-US" altLang="zh-CN" b="1" dirty="0">
                <a:solidFill>
                  <a:srgbClr val="0000FF"/>
                </a:solidFill>
                <a:latin typeface="Courier" charset="0"/>
                <a:ea typeface="Courier" charset="0"/>
                <a:cs typeface="Courier" charset="0"/>
              </a:rPr>
              <a:t>style=</a:t>
            </a:r>
            <a:r>
              <a:rPr lang="en-US" altLang="zh-CN" b="1" dirty="0">
                <a:solidFill>
                  <a:srgbClr val="008000"/>
                </a:solidFill>
                <a:latin typeface="Courier" charset="0"/>
                <a:ea typeface="Courier" charset="0"/>
                <a:cs typeface="Courier" charset="0"/>
              </a:rPr>
              <a:t>"</a:t>
            </a:r>
            <a:r>
              <a:rPr lang="en-US" altLang="zh-CN" b="1" dirty="0">
                <a:solidFill>
                  <a:srgbClr val="0000FF"/>
                </a:solidFill>
                <a:latin typeface="Courier" charset="0"/>
                <a:ea typeface="Courier" charset="0"/>
                <a:cs typeface="Courier" charset="0"/>
              </a:rPr>
              <a:t>width</a:t>
            </a:r>
            <a:r>
              <a:rPr lang="en-US" altLang="zh-CN" b="1" dirty="0">
                <a:latin typeface="Courier" charset="0"/>
                <a:ea typeface="Courier" charset="0"/>
                <a:cs typeface="Courier" charset="0"/>
              </a:rPr>
              <a:t>: </a:t>
            </a:r>
            <a:r>
              <a:rPr lang="en-US" altLang="zh-CN" b="1" dirty="0">
                <a:solidFill>
                  <a:srgbClr val="0000FF"/>
                </a:solidFill>
                <a:latin typeface="Courier" charset="0"/>
                <a:ea typeface="Courier" charset="0"/>
                <a:cs typeface="Courier" charset="0"/>
              </a:rPr>
              <a:t>60</a:t>
            </a:r>
            <a:r>
              <a:rPr lang="en-US" altLang="zh-CN" b="1" dirty="0">
                <a:latin typeface="Courier" charset="0"/>
                <a:ea typeface="Courier" charset="0"/>
                <a:cs typeface="Courier" charset="0"/>
              </a:rPr>
              <a:t>%;</a:t>
            </a:r>
            <a:r>
              <a:rPr lang="en-US" altLang="zh-CN" b="1" dirty="0">
                <a:solidFill>
                  <a:srgbClr val="0000FF"/>
                </a:solidFill>
                <a:latin typeface="Courier" charset="0"/>
                <a:ea typeface="Courier" charset="0"/>
                <a:cs typeface="Courier" charset="0"/>
              </a:rPr>
              <a:t>height</a:t>
            </a:r>
            <a:r>
              <a:rPr lang="en-US" altLang="zh-CN" b="1" dirty="0">
                <a:latin typeface="Courier" charset="0"/>
                <a:ea typeface="Courier" charset="0"/>
                <a:cs typeface="Courier" charset="0"/>
              </a:rPr>
              <a:t>: </a:t>
            </a:r>
            <a:r>
              <a:rPr lang="en-US" altLang="zh-CN" b="1" dirty="0">
                <a:solidFill>
                  <a:srgbClr val="0000FF"/>
                </a:solidFill>
                <a:latin typeface="Courier" charset="0"/>
                <a:ea typeface="Courier" charset="0"/>
                <a:cs typeface="Courier" charset="0"/>
              </a:rPr>
              <a:t>30</a:t>
            </a:r>
            <a:r>
              <a:rPr lang="en-US" altLang="zh-CN" b="1" dirty="0">
                <a:solidFill>
                  <a:srgbClr val="008000"/>
                </a:solidFill>
                <a:latin typeface="Courier" charset="0"/>
                <a:ea typeface="Courier" charset="0"/>
                <a:cs typeface="Courier" charset="0"/>
              </a:rPr>
              <a:t>px" </a:t>
            </a:r>
            <a:r>
              <a:rPr lang="en-US" altLang="zh-CN" b="1" dirty="0">
                <a:solidFill>
                  <a:srgbClr val="0000FF"/>
                </a:solidFill>
                <a:latin typeface="Courier" charset="0"/>
                <a:ea typeface="Courier" charset="0"/>
                <a:cs typeface="Courier" charset="0"/>
              </a:rPr>
              <a:t>placeholder=</a:t>
            </a:r>
            <a:r>
              <a:rPr lang="en-US" altLang="zh-CN" b="1" dirty="0">
                <a:solidFill>
                  <a:srgbClr val="008000"/>
                </a:solidFill>
                <a:latin typeface="Courier" charset="0"/>
                <a:ea typeface="Courier" charset="0"/>
                <a:cs typeface="Courier" charset="0"/>
              </a:rPr>
              <a:t>"searching" </a:t>
            </a:r>
            <a:r>
              <a:rPr lang="en-US" altLang="zh-CN" b="1" dirty="0">
                <a:solidFill>
                  <a:srgbClr val="0000FF"/>
                </a:solidFill>
                <a:latin typeface="Courier" charset="0"/>
                <a:ea typeface="Courier" charset="0"/>
                <a:cs typeface="Courier" charset="0"/>
              </a:rPr>
              <a:t>name=</a:t>
            </a:r>
            <a:r>
              <a:rPr lang="en-US" altLang="zh-CN" b="1" dirty="0">
                <a:solidFill>
                  <a:srgbClr val="008000"/>
                </a:solidFill>
                <a:latin typeface="Courier" charset="0"/>
                <a:ea typeface="Courier" charset="0"/>
                <a:cs typeface="Courier" charset="0"/>
              </a:rPr>
              <a:t>"name"</a:t>
            </a:r>
            <a:r>
              <a:rPr lang="en-US" altLang="zh-CN" b="1" dirty="0">
                <a:latin typeface="Courier" charset="0"/>
                <a:ea typeface="Courier" charset="0"/>
                <a:cs typeface="Courier" charset="0"/>
              </a:rPr>
              <a:t>&gt;</a:t>
            </a:r>
            <a:br>
              <a:rPr lang="en-US" altLang="zh-CN" b="1" dirty="0">
                <a:latin typeface="Courier" charset="0"/>
                <a:ea typeface="Courier" charset="0"/>
                <a:cs typeface="Courier" charset="0"/>
              </a:rPr>
            </a:br>
            <a:r>
              <a:rPr lang="en-US" altLang="zh-CN" b="1" dirty="0">
                <a:latin typeface="Courier" charset="0"/>
                <a:ea typeface="Courier" charset="0"/>
                <a:cs typeface="Courier" charset="0"/>
              </a:rPr>
              <a:t>    &lt;</a:t>
            </a:r>
            <a:r>
              <a:rPr lang="en-US" altLang="zh-CN" b="1" dirty="0">
                <a:solidFill>
                  <a:srgbClr val="000080"/>
                </a:solidFill>
                <a:latin typeface="Courier" charset="0"/>
                <a:ea typeface="Courier" charset="0"/>
                <a:cs typeface="Courier" charset="0"/>
              </a:rPr>
              <a:t>input </a:t>
            </a:r>
            <a:r>
              <a:rPr lang="en-US" altLang="zh-CN" b="1" dirty="0">
                <a:solidFill>
                  <a:srgbClr val="0000FF"/>
                </a:solidFill>
                <a:latin typeface="Courier" charset="0"/>
                <a:ea typeface="Courier" charset="0"/>
                <a:cs typeface="Courier" charset="0"/>
              </a:rPr>
              <a:t>type=</a:t>
            </a:r>
            <a:r>
              <a:rPr lang="en-US" altLang="zh-CN" b="1" dirty="0">
                <a:solidFill>
                  <a:srgbClr val="008000"/>
                </a:solidFill>
                <a:latin typeface="Courier" charset="0"/>
                <a:ea typeface="Courier" charset="0"/>
                <a:cs typeface="Courier" charset="0"/>
              </a:rPr>
              <a:t>"submit" </a:t>
            </a:r>
            <a:r>
              <a:rPr lang="en-US" altLang="zh-CN" b="1" dirty="0">
                <a:solidFill>
                  <a:srgbClr val="0000FF"/>
                </a:solidFill>
                <a:latin typeface="Courier" charset="0"/>
                <a:ea typeface="Courier" charset="0"/>
                <a:cs typeface="Courier" charset="0"/>
              </a:rPr>
              <a:t>value=</a:t>
            </a:r>
            <a:r>
              <a:rPr lang="en-US" altLang="zh-CN" b="1" dirty="0">
                <a:solidFill>
                  <a:srgbClr val="008000"/>
                </a:solidFill>
                <a:latin typeface="Courier" charset="0"/>
                <a:ea typeface="Courier" charset="0"/>
                <a:cs typeface="Courier" charset="0"/>
              </a:rPr>
              <a:t>"Search"</a:t>
            </a:r>
            <a:r>
              <a:rPr lang="en-US" altLang="zh-CN" b="1" dirty="0">
                <a:latin typeface="Courier" charset="0"/>
                <a:ea typeface="Courier" charset="0"/>
                <a:cs typeface="Courier" charset="0"/>
              </a:rPr>
              <a:t>&gt;</a:t>
            </a:r>
            <a:br>
              <a:rPr lang="en-US" altLang="zh-CN" b="1" dirty="0">
                <a:latin typeface="Courier" charset="0"/>
                <a:ea typeface="Courier" charset="0"/>
                <a:cs typeface="Courier" charset="0"/>
              </a:rPr>
            </a:br>
            <a:r>
              <a:rPr lang="en-US" altLang="zh-CN" b="1" dirty="0">
                <a:latin typeface="Courier" charset="0"/>
                <a:ea typeface="Courier" charset="0"/>
                <a:cs typeface="Courier" charset="0"/>
              </a:rPr>
              <a:t>&lt;/</a:t>
            </a:r>
            <a:r>
              <a:rPr lang="en-US" altLang="zh-CN" b="1" dirty="0">
                <a:solidFill>
                  <a:srgbClr val="000080"/>
                </a:solidFill>
                <a:latin typeface="Courier" charset="0"/>
                <a:ea typeface="Courier" charset="0"/>
                <a:cs typeface="Courier" charset="0"/>
              </a:rPr>
              <a:t>form</a:t>
            </a:r>
            <a:r>
              <a:rPr lang="en-US" altLang="zh-CN" b="1" dirty="0">
                <a:latin typeface="Courier" charset="0"/>
                <a:ea typeface="Courier" charset="0"/>
                <a:cs typeface="Courier" charset="0"/>
              </a:rPr>
              <a:t>&gt;</a:t>
            </a:r>
            <a:br>
              <a:rPr lang="en-US" altLang="zh-CN" b="1" dirty="0">
                <a:latin typeface="Courier" charset="0"/>
                <a:ea typeface="Courier" charset="0"/>
                <a:cs typeface="Courier" charset="0"/>
              </a:rPr>
            </a:br>
            <a:r>
              <a:rPr lang="en-US" altLang="zh-CN" b="1" dirty="0">
                <a:latin typeface="Courier" charset="0"/>
                <a:ea typeface="Courier" charset="0"/>
                <a:cs typeface="Courier" charset="0"/>
              </a:rPr>
              <a:t>&lt;/</a:t>
            </a:r>
            <a:r>
              <a:rPr lang="en-US" altLang="zh-CN" b="1" dirty="0">
                <a:solidFill>
                  <a:srgbClr val="000080"/>
                </a:solidFill>
                <a:latin typeface="Courier" charset="0"/>
                <a:ea typeface="Courier" charset="0"/>
                <a:cs typeface="Courier" charset="0"/>
              </a:rPr>
              <a:t>body</a:t>
            </a:r>
            <a:r>
              <a:rPr lang="en-US" altLang="zh-CN" b="1" dirty="0">
                <a:latin typeface="Courier" charset="0"/>
                <a:ea typeface="Courier" charset="0"/>
                <a:cs typeface="Courier" charset="0"/>
              </a:rPr>
              <a:t>&gt;</a:t>
            </a:r>
            <a:br>
              <a:rPr lang="en-US" altLang="zh-CN" b="1" dirty="0">
                <a:latin typeface="Courier" charset="0"/>
                <a:ea typeface="Courier" charset="0"/>
                <a:cs typeface="Courier" charset="0"/>
              </a:rPr>
            </a:br>
            <a:r>
              <a:rPr lang="en-US" altLang="zh-CN" b="1" dirty="0">
                <a:latin typeface="Courier" charset="0"/>
                <a:ea typeface="Courier" charset="0"/>
                <a:cs typeface="Courier" charset="0"/>
              </a:rPr>
              <a:t>&lt;/</a:t>
            </a:r>
            <a:r>
              <a:rPr lang="en-US" altLang="zh-CN" b="1" dirty="0">
                <a:solidFill>
                  <a:srgbClr val="000080"/>
                </a:solidFill>
                <a:latin typeface="Courier" charset="0"/>
                <a:ea typeface="Courier" charset="0"/>
                <a:cs typeface="Courier" charset="0"/>
              </a:rPr>
              <a:t>html</a:t>
            </a:r>
            <a:r>
              <a:rPr lang="en-US" altLang="zh-CN" b="1" dirty="0">
                <a:latin typeface="Courier" charset="0"/>
                <a:ea typeface="Courier" charset="0"/>
                <a:cs typeface="Courier" charset="0"/>
              </a:rPr>
              <a:t>&gt;</a:t>
            </a:r>
            <a:endParaRPr lang="zh-CN" altLang="en-US" b="1" dirty="0">
              <a:latin typeface="Courier" charset="0"/>
              <a:ea typeface="Courier" charset="0"/>
              <a:cs typeface="Courier" charset="0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4397188" y="4862052"/>
            <a:ext cx="2944906" cy="247830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3555558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Namespacing</a:t>
            </a:r>
            <a:r>
              <a:rPr lang="en-US" altLang="zh-CN" dirty="0"/>
              <a:t> URL names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 smtClean="0"/>
              <a:t>Modify</a:t>
            </a:r>
            <a:r>
              <a:rPr kumimoji="1" lang="zh-CN" altLang="en-US" dirty="0" smtClean="0"/>
              <a:t> </a:t>
            </a:r>
            <a:r>
              <a:rPr kumimoji="1" lang="en-US" altLang="zh-CN" dirty="0" err="1" smtClean="0"/>
              <a:t>list.html</a:t>
            </a:r>
            <a:endParaRPr kumimoji="1"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685800" y="2842004"/>
            <a:ext cx="7772400" cy="3139321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</p:spPr>
        <p:txBody>
          <a:bodyPr wrap="square">
            <a:spAutoFit/>
          </a:bodyPr>
          <a:lstStyle/>
          <a:p>
            <a:r>
              <a:rPr lang="en-US" altLang="zh-CN" b="1" dirty="0" smtClean="0">
                <a:latin typeface="Courier" charset="0"/>
                <a:ea typeface="Courier" charset="0"/>
                <a:cs typeface="Courier" charset="0"/>
              </a:rPr>
              <a:t>&lt;</a:t>
            </a:r>
            <a:r>
              <a:rPr lang="en-US" altLang="zh-CN" b="1" dirty="0">
                <a:solidFill>
                  <a:srgbClr val="000080"/>
                </a:solidFill>
                <a:latin typeface="Courier" charset="0"/>
                <a:ea typeface="Courier" charset="0"/>
                <a:cs typeface="Courier" charset="0"/>
              </a:rPr>
              <a:t>body</a:t>
            </a:r>
            <a:r>
              <a:rPr lang="en-US" altLang="zh-CN" b="1" dirty="0">
                <a:latin typeface="Courier" charset="0"/>
                <a:ea typeface="Courier" charset="0"/>
                <a:cs typeface="Courier" charset="0"/>
              </a:rPr>
              <a:t>&gt;</a:t>
            </a:r>
            <a:br>
              <a:rPr lang="en-US" altLang="zh-CN" b="1" dirty="0">
                <a:latin typeface="Courier" charset="0"/>
                <a:ea typeface="Courier" charset="0"/>
                <a:cs typeface="Courier" charset="0"/>
              </a:rPr>
            </a:br>
            <a:r>
              <a:rPr lang="en-US" altLang="zh-CN" b="1" dirty="0">
                <a:latin typeface="Courier" charset="0"/>
                <a:ea typeface="Courier" charset="0"/>
                <a:cs typeface="Courier" charset="0"/>
              </a:rPr>
              <a:t>&lt;</a:t>
            </a:r>
            <a:r>
              <a:rPr lang="en-US" altLang="zh-CN" b="1" dirty="0">
                <a:solidFill>
                  <a:srgbClr val="000080"/>
                </a:solidFill>
                <a:latin typeface="Courier" charset="0"/>
                <a:ea typeface="Courier" charset="0"/>
                <a:cs typeface="Courier" charset="0"/>
              </a:rPr>
              <a:t>div </a:t>
            </a:r>
            <a:r>
              <a:rPr lang="en-US" altLang="zh-CN" b="1" dirty="0">
                <a:solidFill>
                  <a:srgbClr val="0000FF"/>
                </a:solidFill>
                <a:latin typeface="Courier" charset="0"/>
                <a:ea typeface="Courier" charset="0"/>
                <a:cs typeface="Courier" charset="0"/>
              </a:rPr>
              <a:t>style=</a:t>
            </a:r>
            <a:r>
              <a:rPr lang="en-US" altLang="zh-CN" b="1" dirty="0">
                <a:solidFill>
                  <a:srgbClr val="008000"/>
                </a:solidFill>
                <a:latin typeface="Courier" charset="0"/>
                <a:ea typeface="Courier" charset="0"/>
                <a:cs typeface="Courier" charset="0"/>
              </a:rPr>
              <a:t>"</a:t>
            </a:r>
            <a:r>
              <a:rPr lang="en-US" altLang="zh-CN" b="1" dirty="0">
                <a:solidFill>
                  <a:srgbClr val="0000FF"/>
                </a:solidFill>
                <a:latin typeface="Courier" charset="0"/>
                <a:ea typeface="Courier" charset="0"/>
                <a:cs typeface="Courier" charset="0"/>
              </a:rPr>
              <a:t>text-align</a:t>
            </a:r>
            <a:r>
              <a:rPr lang="en-US" altLang="zh-CN" b="1" dirty="0">
                <a:latin typeface="Courier" charset="0"/>
                <a:ea typeface="Courier" charset="0"/>
                <a:cs typeface="Courier" charset="0"/>
              </a:rPr>
              <a:t>: </a:t>
            </a:r>
            <a:r>
              <a:rPr lang="en-US" altLang="zh-CN" b="1" dirty="0">
                <a:solidFill>
                  <a:srgbClr val="008000"/>
                </a:solidFill>
                <a:latin typeface="Courier" charset="0"/>
                <a:ea typeface="Courier" charset="0"/>
                <a:cs typeface="Courier" charset="0"/>
              </a:rPr>
              <a:t>center"</a:t>
            </a:r>
            <a:r>
              <a:rPr lang="en-US" altLang="zh-CN" b="1" dirty="0">
                <a:latin typeface="Courier" charset="0"/>
                <a:ea typeface="Courier" charset="0"/>
                <a:cs typeface="Courier" charset="0"/>
              </a:rPr>
              <a:t>&gt;&lt;</a:t>
            </a:r>
            <a:r>
              <a:rPr lang="en-US" altLang="zh-CN" b="1" dirty="0">
                <a:solidFill>
                  <a:srgbClr val="000080"/>
                </a:solidFill>
                <a:latin typeface="Courier" charset="0"/>
                <a:ea typeface="Courier" charset="0"/>
                <a:cs typeface="Courier" charset="0"/>
              </a:rPr>
              <a:t>h1</a:t>
            </a:r>
            <a:r>
              <a:rPr lang="en-US" altLang="zh-CN" b="1" dirty="0">
                <a:latin typeface="Courier" charset="0"/>
                <a:ea typeface="Courier" charset="0"/>
                <a:cs typeface="Courier" charset="0"/>
              </a:rPr>
              <a:t>&gt;Book List&lt;/</a:t>
            </a:r>
            <a:r>
              <a:rPr lang="en-US" altLang="zh-CN" b="1" dirty="0">
                <a:solidFill>
                  <a:srgbClr val="000080"/>
                </a:solidFill>
                <a:latin typeface="Courier" charset="0"/>
                <a:ea typeface="Courier" charset="0"/>
                <a:cs typeface="Courier" charset="0"/>
              </a:rPr>
              <a:t>h1</a:t>
            </a:r>
            <a:r>
              <a:rPr lang="en-US" altLang="zh-CN" b="1" dirty="0">
                <a:latin typeface="Courier" charset="0"/>
                <a:ea typeface="Courier" charset="0"/>
                <a:cs typeface="Courier" charset="0"/>
              </a:rPr>
              <a:t>&gt;&lt;/</a:t>
            </a:r>
            <a:r>
              <a:rPr lang="en-US" altLang="zh-CN" b="1" dirty="0">
                <a:solidFill>
                  <a:srgbClr val="000080"/>
                </a:solidFill>
                <a:latin typeface="Courier" charset="0"/>
                <a:ea typeface="Courier" charset="0"/>
                <a:cs typeface="Courier" charset="0"/>
              </a:rPr>
              <a:t>div</a:t>
            </a:r>
            <a:r>
              <a:rPr lang="en-US" altLang="zh-CN" b="1" dirty="0">
                <a:latin typeface="Courier" charset="0"/>
                <a:ea typeface="Courier" charset="0"/>
                <a:cs typeface="Courier" charset="0"/>
              </a:rPr>
              <a:t>&gt;</a:t>
            </a:r>
            <a:br>
              <a:rPr lang="en-US" altLang="zh-CN" b="1" dirty="0">
                <a:latin typeface="Courier" charset="0"/>
                <a:ea typeface="Courier" charset="0"/>
                <a:cs typeface="Courier" charset="0"/>
              </a:rPr>
            </a:br>
            <a:r>
              <a:rPr lang="en-US" altLang="zh-CN" b="1" dirty="0">
                <a:latin typeface="Courier" charset="0"/>
                <a:ea typeface="Courier" charset="0"/>
                <a:cs typeface="Courier" charset="0"/>
              </a:rPr>
              <a:t>{% </a:t>
            </a:r>
            <a:r>
              <a:rPr lang="en-US" altLang="zh-CN" b="1" dirty="0">
                <a:solidFill>
                  <a:srgbClr val="000080"/>
                </a:solidFill>
                <a:latin typeface="Courier" charset="0"/>
                <a:ea typeface="Courier" charset="0"/>
                <a:cs typeface="Courier" charset="0"/>
              </a:rPr>
              <a:t>for </a:t>
            </a:r>
            <a:r>
              <a:rPr lang="en-US" altLang="zh-CN" b="1" dirty="0" err="1">
                <a:solidFill>
                  <a:srgbClr val="0000FF"/>
                </a:solidFill>
                <a:latin typeface="Courier" charset="0"/>
                <a:ea typeface="Courier" charset="0"/>
                <a:cs typeface="Courier" charset="0"/>
              </a:rPr>
              <a:t>obj</a:t>
            </a:r>
            <a:r>
              <a:rPr lang="en-US" altLang="zh-CN" b="1" dirty="0">
                <a:solidFill>
                  <a:srgbClr val="0000FF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altLang="zh-CN" b="1" dirty="0">
                <a:solidFill>
                  <a:srgbClr val="000080"/>
                </a:solidFill>
                <a:latin typeface="Courier" charset="0"/>
                <a:ea typeface="Courier" charset="0"/>
                <a:cs typeface="Courier" charset="0"/>
              </a:rPr>
              <a:t>in </a:t>
            </a:r>
            <a:r>
              <a:rPr lang="en-US" altLang="zh-CN" b="1" dirty="0" err="1">
                <a:solidFill>
                  <a:srgbClr val="0000FF"/>
                </a:solidFill>
                <a:latin typeface="Courier" charset="0"/>
                <a:ea typeface="Courier" charset="0"/>
                <a:cs typeface="Courier" charset="0"/>
              </a:rPr>
              <a:t>object_list</a:t>
            </a:r>
            <a:r>
              <a:rPr lang="en-US" altLang="zh-CN" b="1" dirty="0">
                <a:solidFill>
                  <a:srgbClr val="0000FF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altLang="zh-CN" b="1" dirty="0">
                <a:latin typeface="Courier" charset="0"/>
                <a:ea typeface="Courier" charset="0"/>
                <a:cs typeface="Courier" charset="0"/>
              </a:rPr>
              <a:t>%}</a:t>
            </a:r>
            <a:br>
              <a:rPr lang="en-US" altLang="zh-CN" b="1" dirty="0">
                <a:latin typeface="Courier" charset="0"/>
                <a:ea typeface="Courier" charset="0"/>
                <a:cs typeface="Courier" charset="0"/>
              </a:rPr>
            </a:br>
            <a:r>
              <a:rPr lang="en-US" altLang="zh-CN" b="1" dirty="0">
                <a:latin typeface="Courier" charset="0"/>
                <a:ea typeface="Courier" charset="0"/>
                <a:cs typeface="Courier" charset="0"/>
              </a:rPr>
              <a:t>    &lt;</a:t>
            </a:r>
            <a:r>
              <a:rPr lang="en-US" altLang="zh-CN" b="1" dirty="0">
                <a:solidFill>
                  <a:srgbClr val="000080"/>
                </a:solidFill>
                <a:latin typeface="Courier" charset="0"/>
                <a:ea typeface="Courier" charset="0"/>
                <a:cs typeface="Courier" charset="0"/>
              </a:rPr>
              <a:t>a </a:t>
            </a:r>
            <a:r>
              <a:rPr lang="en-US" altLang="zh-CN" b="1" dirty="0" err="1">
                <a:solidFill>
                  <a:srgbClr val="0000FF"/>
                </a:solidFill>
                <a:latin typeface="Courier" charset="0"/>
                <a:ea typeface="Courier" charset="0"/>
                <a:cs typeface="Courier" charset="0"/>
              </a:rPr>
              <a:t>href</a:t>
            </a:r>
            <a:r>
              <a:rPr lang="en-US" altLang="zh-CN" b="1" dirty="0">
                <a:solidFill>
                  <a:srgbClr val="0000FF"/>
                </a:solidFill>
                <a:latin typeface="Courier" charset="0"/>
                <a:ea typeface="Courier" charset="0"/>
                <a:cs typeface="Courier" charset="0"/>
              </a:rPr>
              <a:t>=</a:t>
            </a:r>
            <a:r>
              <a:rPr lang="en-US" altLang="zh-CN" b="1" dirty="0">
                <a:solidFill>
                  <a:srgbClr val="008000"/>
                </a:solidFill>
                <a:latin typeface="Courier" charset="0"/>
                <a:ea typeface="Courier" charset="0"/>
                <a:cs typeface="Courier" charset="0"/>
              </a:rPr>
              <a:t>"</a:t>
            </a:r>
            <a:r>
              <a:rPr lang="en-US" altLang="zh-CN" b="1" dirty="0">
                <a:latin typeface="Courier" charset="0"/>
                <a:ea typeface="Courier" charset="0"/>
                <a:cs typeface="Courier" charset="0"/>
              </a:rPr>
              <a:t>{% </a:t>
            </a:r>
            <a:r>
              <a:rPr lang="en-US" altLang="zh-CN" b="1" dirty="0" err="1">
                <a:solidFill>
                  <a:srgbClr val="000080"/>
                </a:solidFill>
                <a:latin typeface="Courier" charset="0"/>
                <a:ea typeface="Courier" charset="0"/>
                <a:cs typeface="Courier" charset="0"/>
              </a:rPr>
              <a:t>url</a:t>
            </a:r>
            <a:r>
              <a:rPr lang="en-US" altLang="zh-CN" b="1" dirty="0">
                <a:solidFill>
                  <a:srgbClr val="000080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altLang="zh-CN" b="1" dirty="0">
                <a:solidFill>
                  <a:srgbClr val="008000"/>
                </a:solidFill>
                <a:latin typeface="Courier" charset="0"/>
                <a:ea typeface="Courier" charset="0"/>
                <a:cs typeface="Courier" charset="0"/>
              </a:rPr>
              <a:t>'</a:t>
            </a:r>
            <a:r>
              <a:rPr lang="en-US" altLang="zh-CN" b="1" dirty="0" err="1">
                <a:solidFill>
                  <a:srgbClr val="008000"/>
                </a:solidFill>
                <a:latin typeface="Courier" charset="0"/>
                <a:ea typeface="Courier" charset="0"/>
                <a:cs typeface="Courier" charset="0"/>
              </a:rPr>
              <a:t>book_detail</a:t>
            </a:r>
            <a:r>
              <a:rPr lang="en-US" altLang="zh-CN" b="1" dirty="0">
                <a:solidFill>
                  <a:srgbClr val="008000"/>
                </a:solidFill>
                <a:latin typeface="Courier" charset="0"/>
                <a:ea typeface="Courier" charset="0"/>
                <a:cs typeface="Courier" charset="0"/>
              </a:rPr>
              <a:t>' </a:t>
            </a:r>
            <a:r>
              <a:rPr lang="en-US" altLang="zh-CN" b="1" dirty="0" err="1">
                <a:solidFill>
                  <a:srgbClr val="0000FF"/>
                </a:solidFill>
                <a:latin typeface="Courier" charset="0"/>
                <a:ea typeface="Courier" charset="0"/>
                <a:cs typeface="Courier" charset="0"/>
              </a:rPr>
              <a:t>pk</a:t>
            </a:r>
            <a:r>
              <a:rPr lang="en-US" altLang="zh-CN" b="1" dirty="0">
                <a:latin typeface="Courier" charset="0"/>
                <a:ea typeface="Courier" charset="0"/>
                <a:cs typeface="Courier" charset="0"/>
              </a:rPr>
              <a:t>=</a:t>
            </a:r>
            <a:r>
              <a:rPr lang="en-US" altLang="zh-CN" b="1" dirty="0" err="1">
                <a:solidFill>
                  <a:srgbClr val="0000FF"/>
                </a:solidFill>
                <a:latin typeface="Courier" charset="0"/>
                <a:ea typeface="Courier" charset="0"/>
                <a:cs typeface="Courier" charset="0"/>
              </a:rPr>
              <a:t>obj</a:t>
            </a:r>
            <a:r>
              <a:rPr lang="en-US" altLang="zh-CN" b="1" dirty="0" err="1">
                <a:latin typeface="Courier" charset="0"/>
                <a:ea typeface="Courier" charset="0"/>
                <a:cs typeface="Courier" charset="0"/>
              </a:rPr>
              <a:t>.</a:t>
            </a:r>
            <a:r>
              <a:rPr lang="en-US" altLang="zh-CN" b="1" dirty="0" err="1">
                <a:solidFill>
                  <a:srgbClr val="0000FF"/>
                </a:solidFill>
                <a:latin typeface="Courier" charset="0"/>
                <a:ea typeface="Courier" charset="0"/>
                <a:cs typeface="Courier" charset="0"/>
              </a:rPr>
              <a:t>id</a:t>
            </a:r>
            <a:r>
              <a:rPr lang="en-US" altLang="zh-CN" b="1" dirty="0">
                <a:solidFill>
                  <a:srgbClr val="0000FF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altLang="zh-CN" b="1" dirty="0">
                <a:latin typeface="Courier" charset="0"/>
                <a:ea typeface="Courier" charset="0"/>
                <a:cs typeface="Courier" charset="0"/>
              </a:rPr>
              <a:t>%}</a:t>
            </a:r>
            <a:r>
              <a:rPr lang="en-US" altLang="zh-CN" b="1" dirty="0">
                <a:solidFill>
                  <a:srgbClr val="008000"/>
                </a:solidFill>
                <a:latin typeface="Courier" charset="0"/>
                <a:ea typeface="Courier" charset="0"/>
                <a:cs typeface="Courier" charset="0"/>
              </a:rPr>
              <a:t>"</a:t>
            </a:r>
            <a:r>
              <a:rPr lang="en-US" altLang="zh-CN" b="1" dirty="0">
                <a:latin typeface="Courier" charset="0"/>
                <a:ea typeface="Courier" charset="0"/>
                <a:cs typeface="Courier" charset="0"/>
              </a:rPr>
              <a:t>&gt;</a:t>
            </a:r>
            <a:br>
              <a:rPr lang="en-US" altLang="zh-CN" b="1" dirty="0">
                <a:latin typeface="Courier" charset="0"/>
                <a:ea typeface="Courier" charset="0"/>
                <a:cs typeface="Courier" charset="0"/>
              </a:rPr>
            </a:br>
            <a:r>
              <a:rPr lang="en-US" altLang="zh-CN" b="1" dirty="0">
                <a:latin typeface="Courier" charset="0"/>
                <a:ea typeface="Courier" charset="0"/>
                <a:cs typeface="Courier" charset="0"/>
              </a:rPr>
              <a:t>        &lt;</a:t>
            </a:r>
            <a:r>
              <a:rPr lang="en-US" altLang="zh-CN" b="1" dirty="0">
                <a:solidFill>
                  <a:srgbClr val="000080"/>
                </a:solidFill>
                <a:latin typeface="Courier" charset="0"/>
                <a:ea typeface="Courier" charset="0"/>
                <a:cs typeface="Courier" charset="0"/>
              </a:rPr>
              <a:t>span </a:t>
            </a:r>
            <a:r>
              <a:rPr lang="en-US" altLang="zh-CN" b="1" dirty="0">
                <a:solidFill>
                  <a:srgbClr val="0000FF"/>
                </a:solidFill>
                <a:latin typeface="Courier" charset="0"/>
                <a:ea typeface="Courier" charset="0"/>
                <a:cs typeface="Courier" charset="0"/>
              </a:rPr>
              <a:t>style=</a:t>
            </a:r>
            <a:r>
              <a:rPr lang="en-US" altLang="zh-CN" b="1" dirty="0">
                <a:solidFill>
                  <a:srgbClr val="008000"/>
                </a:solidFill>
                <a:latin typeface="Courier" charset="0"/>
                <a:ea typeface="Courier" charset="0"/>
                <a:cs typeface="Courier" charset="0"/>
              </a:rPr>
              <a:t>"</a:t>
            </a:r>
            <a:r>
              <a:rPr lang="en-US" altLang="zh-CN" b="1" dirty="0">
                <a:solidFill>
                  <a:srgbClr val="0000FF"/>
                </a:solidFill>
                <a:latin typeface="Courier" charset="0"/>
                <a:ea typeface="Courier" charset="0"/>
                <a:cs typeface="Courier" charset="0"/>
              </a:rPr>
              <a:t>font-size</a:t>
            </a:r>
            <a:r>
              <a:rPr lang="en-US" altLang="zh-CN" b="1" dirty="0">
                <a:latin typeface="Courier" charset="0"/>
                <a:ea typeface="Courier" charset="0"/>
                <a:cs typeface="Courier" charset="0"/>
              </a:rPr>
              <a:t>: </a:t>
            </a:r>
            <a:r>
              <a:rPr lang="en-US" altLang="zh-CN" b="1" dirty="0">
                <a:solidFill>
                  <a:srgbClr val="0000FF"/>
                </a:solidFill>
                <a:latin typeface="Courier" charset="0"/>
                <a:ea typeface="Courier" charset="0"/>
                <a:cs typeface="Courier" charset="0"/>
              </a:rPr>
              <a:t>20</a:t>
            </a:r>
            <a:r>
              <a:rPr lang="en-US" altLang="zh-CN" b="1" dirty="0">
                <a:solidFill>
                  <a:srgbClr val="008000"/>
                </a:solidFill>
                <a:latin typeface="Courier" charset="0"/>
                <a:ea typeface="Courier" charset="0"/>
                <a:cs typeface="Courier" charset="0"/>
              </a:rPr>
              <a:t>px</a:t>
            </a:r>
            <a:r>
              <a:rPr lang="en-US" altLang="zh-CN" b="1" dirty="0">
                <a:latin typeface="Courier" charset="0"/>
                <a:ea typeface="Courier" charset="0"/>
                <a:cs typeface="Courier" charset="0"/>
              </a:rPr>
              <a:t>;</a:t>
            </a:r>
            <a:r>
              <a:rPr lang="en-US" altLang="zh-CN" b="1" dirty="0">
                <a:solidFill>
                  <a:srgbClr val="0000FF"/>
                </a:solidFill>
                <a:latin typeface="Courier" charset="0"/>
                <a:ea typeface="Courier" charset="0"/>
                <a:cs typeface="Courier" charset="0"/>
              </a:rPr>
              <a:t>font-weight</a:t>
            </a:r>
            <a:r>
              <a:rPr lang="en-US" altLang="zh-CN" b="1" dirty="0">
                <a:latin typeface="Courier" charset="0"/>
                <a:ea typeface="Courier" charset="0"/>
                <a:cs typeface="Courier" charset="0"/>
              </a:rPr>
              <a:t>: </a:t>
            </a:r>
            <a:r>
              <a:rPr lang="en-US" altLang="zh-CN" b="1" dirty="0">
                <a:solidFill>
                  <a:srgbClr val="008000"/>
                </a:solidFill>
                <a:latin typeface="Courier" charset="0"/>
                <a:ea typeface="Courier" charset="0"/>
                <a:cs typeface="Courier" charset="0"/>
              </a:rPr>
              <a:t>bold"</a:t>
            </a:r>
            <a:r>
              <a:rPr lang="en-US" altLang="zh-CN" b="1" dirty="0">
                <a:latin typeface="Courier" charset="0"/>
                <a:ea typeface="Courier" charset="0"/>
                <a:cs typeface="Courier" charset="0"/>
              </a:rPr>
              <a:t>&gt;{{ </a:t>
            </a:r>
            <a:r>
              <a:rPr lang="en-US" altLang="zh-CN" b="1" dirty="0" err="1">
                <a:solidFill>
                  <a:srgbClr val="0000FF"/>
                </a:solidFill>
                <a:latin typeface="Courier" charset="0"/>
                <a:ea typeface="Courier" charset="0"/>
                <a:cs typeface="Courier" charset="0"/>
              </a:rPr>
              <a:t>obj</a:t>
            </a:r>
            <a:r>
              <a:rPr lang="en-US" altLang="zh-CN" b="1" dirty="0" err="1">
                <a:latin typeface="Courier" charset="0"/>
                <a:ea typeface="Courier" charset="0"/>
                <a:cs typeface="Courier" charset="0"/>
              </a:rPr>
              <a:t>.</a:t>
            </a:r>
            <a:r>
              <a:rPr lang="en-US" altLang="zh-CN" b="1" dirty="0" err="1">
                <a:solidFill>
                  <a:srgbClr val="0000FF"/>
                </a:solidFill>
                <a:latin typeface="Courier" charset="0"/>
                <a:ea typeface="Courier" charset="0"/>
                <a:cs typeface="Courier" charset="0"/>
              </a:rPr>
              <a:t>name</a:t>
            </a:r>
            <a:r>
              <a:rPr lang="en-US" altLang="zh-CN" b="1" dirty="0">
                <a:solidFill>
                  <a:srgbClr val="0000FF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altLang="zh-CN" b="1" dirty="0">
                <a:latin typeface="Courier" charset="0"/>
                <a:ea typeface="Courier" charset="0"/>
                <a:cs typeface="Courier" charset="0"/>
              </a:rPr>
              <a:t>}}&lt;/</a:t>
            </a:r>
            <a:r>
              <a:rPr lang="en-US" altLang="zh-CN" b="1" dirty="0">
                <a:solidFill>
                  <a:srgbClr val="000080"/>
                </a:solidFill>
                <a:latin typeface="Courier" charset="0"/>
                <a:ea typeface="Courier" charset="0"/>
                <a:cs typeface="Courier" charset="0"/>
              </a:rPr>
              <a:t>span</a:t>
            </a:r>
            <a:r>
              <a:rPr lang="en-US" altLang="zh-CN" b="1" dirty="0">
                <a:latin typeface="Courier" charset="0"/>
                <a:ea typeface="Courier" charset="0"/>
                <a:cs typeface="Courier" charset="0"/>
              </a:rPr>
              <a:t>&gt;</a:t>
            </a:r>
            <a:br>
              <a:rPr lang="en-US" altLang="zh-CN" b="1" dirty="0">
                <a:latin typeface="Courier" charset="0"/>
                <a:ea typeface="Courier" charset="0"/>
                <a:cs typeface="Courier" charset="0"/>
              </a:rPr>
            </a:br>
            <a:r>
              <a:rPr lang="en-US" altLang="zh-CN" b="1" dirty="0">
                <a:latin typeface="Courier" charset="0"/>
                <a:ea typeface="Courier" charset="0"/>
                <a:cs typeface="Courier" charset="0"/>
              </a:rPr>
              <a:t>        &lt;</a:t>
            </a:r>
            <a:r>
              <a:rPr lang="en-US" altLang="zh-CN" b="1" dirty="0">
                <a:solidFill>
                  <a:srgbClr val="000080"/>
                </a:solidFill>
                <a:latin typeface="Courier" charset="0"/>
                <a:ea typeface="Courier" charset="0"/>
                <a:cs typeface="Courier" charset="0"/>
              </a:rPr>
              <a:t>span</a:t>
            </a:r>
            <a:r>
              <a:rPr lang="en-US" altLang="zh-CN" b="1" dirty="0">
                <a:latin typeface="Courier" charset="0"/>
                <a:ea typeface="Courier" charset="0"/>
                <a:cs typeface="Courier" charset="0"/>
              </a:rPr>
              <a:t>&gt;--{{ </a:t>
            </a:r>
            <a:r>
              <a:rPr lang="en-US" altLang="zh-CN" b="1" dirty="0" err="1">
                <a:solidFill>
                  <a:srgbClr val="0000FF"/>
                </a:solidFill>
                <a:latin typeface="Courier" charset="0"/>
                <a:ea typeface="Courier" charset="0"/>
                <a:cs typeface="Courier" charset="0"/>
              </a:rPr>
              <a:t>obj</a:t>
            </a:r>
            <a:r>
              <a:rPr lang="en-US" altLang="zh-CN" b="1" dirty="0" err="1">
                <a:latin typeface="Courier" charset="0"/>
                <a:ea typeface="Courier" charset="0"/>
                <a:cs typeface="Courier" charset="0"/>
              </a:rPr>
              <a:t>.</a:t>
            </a:r>
            <a:r>
              <a:rPr lang="en-US" altLang="zh-CN" b="1" dirty="0" err="1">
                <a:solidFill>
                  <a:srgbClr val="0000FF"/>
                </a:solidFill>
                <a:latin typeface="Courier" charset="0"/>
                <a:ea typeface="Courier" charset="0"/>
                <a:cs typeface="Courier" charset="0"/>
              </a:rPr>
              <a:t>author</a:t>
            </a:r>
            <a:r>
              <a:rPr lang="en-US" altLang="zh-CN" b="1" dirty="0" err="1">
                <a:latin typeface="Courier" charset="0"/>
                <a:ea typeface="Courier" charset="0"/>
                <a:cs typeface="Courier" charset="0"/>
              </a:rPr>
              <a:t>.</a:t>
            </a:r>
            <a:r>
              <a:rPr lang="en-US" altLang="zh-CN" b="1" dirty="0" err="1">
                <a:solidFill>
                  <a:srgbClr val="0000FF"/>
                </a:solidFill>
                <a:latin typeface="Courier" charset="0"/>
                <a:ea typeface="Courier" charset="0"/>
                <a:cs typeface="Courier" charset="0"/>
              </a:rPr>
              <a:t>name</a:t>
            </a:r>
            <a:r>
              <a:rPr lang="en-US" altLang="zh-CN" b="1" dirty="0">
                <a:solidFill>
                  <a:srgbClr val="0000FF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altLang="zh-CN" b="1" dirty="0">
                <a:latin typeface="Courier" charset="0"/>
                <a:ea typeface="Courier" charset="0"/>
                <a:cs typeface="Courier" charset="0"/>
              </a:rPr>
              <a:t>}}&lt;/</a:t>
            </a:r>
            <a:r>
              <a:rPr lang="en-US" altLang="zh-CN" b="1" dirty="0">
                <a:solidFill>
                  <a:srgbClr val="000080"/>
                </a:solidFill>
                <a:latin typeface="Courier" charset="0"/>
                <a:ea typeface="Courier" charset="0"/>
                <a:cs typeface="Courier" charset="0"/>
              </a:rPr>
              <a:t>span</a:t>
            </a:r>
            <a:r>
              <a:rPr lang="en-US" altLang="zh-CN" b="1" dirty="0">
                <a:latin typeface="Courier" charset="0"/>
                <a:ea typeface="Courier" charset="0"/>
                <a:cs typeface="Courier" charset="0"/>
              </a:rPr>
              <a:t>&gt;&lt;</a:t>
            </a:r>
            <a:r>
              <a:rPr lang="en-US" altLang="zh-CN" b="1" dirty="0" err="1">
                <a:solidFill>
                  <a:srgbClr val="000080"/>
                </a:solidFill>
                <a:latin typeface="Courier" charset="0"/>
                <a:ea typeface="Courier" charset="0"/>
                <a:cs typeface="Courier" charset="0"/>
              </a:rPr>
              <a:t>br</a:t>
            </a:r>
            <a:r>
              <a:rPr lang="en-US" altLang="zh-CN" b="1" dirty="0">
                <a:latin typeface="Courier" charset="0"/>
                <a:ea typeface="Courier" charset="0"/>
                <a:cs typeface="Courier" charset="0"/>
              </a:rPr>
              <a:t>&gt;</a:t>
            </a:r>
            <a:br>
              <a:rPr lang="en-US" altLang="zh-CN" b="1" dirty="0">
                <a:latin typeface="Courier" charset="0"/>
                <a:ea typeface="Courier" charset="0"/>
                <a:cs typeface="Courier" charset="0"/>
              </a:rPr>
            </a:br>
            <a:r>
              <a:rPr lang="en-US" altLang="zh-CN" b="1" dirty="0">
                <a:latin typeface="Courier" charset="0"/>
                <a:ea typeface="Courier" charset="0"/>
                <a:cs typeface="Courier" charset="0"/>
              </a:rPr>
              <a:t>    &lt;/</a:t>
            </a:r>
            <a:r>
              <a:rPr lang="en-US" altLang="zh-CN" b="1" dirty="0">
                <a:solidFill>
                  <a:srgbClr val="000080"/>
                </a:solidFill>
                <a:latin typeface="Courier" charset="0"/>
                <a:ea typeface="Courier" charset="0"/>
                <a:cs typeface="Courier" charset="0"/>
              </a:rPr>
              <a:t>a</a:t>
            </a:r>
            <a:r>
              <a:rPr lang="en-US" altLang="zh-CN" b="1" dirty="0">
                <a:latin typeface="Courier" charset="0"/>
                <a:ea typeface="Courier" charset="0"/>
                <a:cs typeface="Courier" charset="0"/>
              </a:rPr>
              <a:t>&gt;</a:t>
            </a:r>
            <a:br>
              <a:rPr lang="en-US" altLang="zh-CN" b="1" dirty="0">
                <a:latin typeface="Courier" charset="0"/>
                <a:ea typeface="Courier" charset="0"/>
                <a:cs typeface="Courier" charset="0"/>
              </a:rPr>
            </a:br>
            <a:r>
              <a:rPr lang="en-US" altLang="zh-CN" b="1" dirty="0">
                <a:latin typeface="Courier" charset="0"/>
                <a:ea typeface="Courier" charset="0"/>
                <a:cs typeface="Courier" charset="0"/>
              </a:rPr>
              <a:t>{% </a:t>
            </a:r>
            <a:r>
              <a:rPr lang="en-US" altLang="zh-CN" b="1" dirty="0" err="1">
                <a:solidFill>
                  <a:srgbClr val="000080"/>
                </a:solidFill>
                <a:latin typeface="Courier" charset="0"/>
                <a:ea typeface="Courier" charset="0"/>
                <a:cs typeface="Courier" charset="0"/>
              </a:rPr>
              <a:t>endfor</a:t>
            </a:r>
            <a:r>
              <a:rPr lang="en-US" altLang="zh-CN" b="1" dirty="0">
                <a:solidFill>
                  <a:srgbClr val="000080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altLang="zh-CN" b="1" dirty="0">
                <a:latin typeface="Courier" charset="0"/>
                <a:ea typeface="Courier" charset="0"/>
                <a:cs typeface="Courier" charset="0"/>
              </a:rPr>
              <a:t>%}</a:t>
            </a:r>
            <a:br>
              <a:rPr lang="en-US" altLang="zh-CN" b="1" dirty="0">
                <a:latin typeface="Courier" charset="0"/>
                <a:ea typeface="Courier" charset="0"/>
                <a:cs typeface="Courier" charset="0"/>
              </a:rPr>
            </a:br>
            <a:r>
              <a:rPr lang="en-US" altLang="zh-CN" b="1" dirty="0">
                <a:latin typeface="Courier" charset="0"/>
                <a:ea typeface="Courier" charset="0"/>
                <a:cs typeface="Courier" charset="0"/>
              </a:rPr>
              <a:t>&lt;/</a:t>
            </a:r>
            <a:r>
              <a:rPr lang="en-US" altLang="zh-CN" b="1" dirty="0">
                <a:solidFill>
                  <a:srgbClr val="000080"/>
                </a:solidFill>
                <a:latin typeface="Courier" charset="0"/>
                <a:ea typeface="Courier" charset="0"/>
                <a:cs typeface="Courier" charset="0"/>
              </a:rPr>
              <a:t>body</a:t>
            </a:r>
            <a:r>
              <a:rPr lang="en-US" altLang="zh-CN" b="1" dirty="0" smtClean="0">
                <a:latin typeface="Courier" charset="0"/>
                <a:ea typeface="Courier" charset="0"/>
                <a:cs typeface="Courier" charset="0"/>
              </a:rPr>
              <a:t>&gt;</a:t>
            </a:r>
            <a:endParaRPr lang="zh-CN" altLang="en-US" b="1" dirty="0">
              <a:latin typeface="Courier" charset="0"/>
              <a:ea typeface="Courier" charset="0"/>
              <a:cs typeface="Courier" charset="0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2420470" y="4014888"/>
            <a:ext cx="4746812" cy="247830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0222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ctrTitle"/>
          </p:nvPr>
        </p:nvSpPr>
        <p:spPr>
          <a:xfrm>
            <a:off x="2317727" y="2411518"/>
            <a:ext cx="4535216" cy="1077218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8000" b="1" cap="none" spc="0" dirty="0" smtClean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solidFill>
                  <a:srgbClr val="C00000"/>
                </a:solid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  <a:t>Questions?</a:t>
            </a:r>
            <a:endParaRPr lang="zh-CN" altLang="en-US" sz="8000" b="1" cap="none" spc="0" dirty="0">
              <a:ln w="12700">
                <a:solidFill>
                  <a:schemeClr val="tx2">
                    <a:lumMod val="75000"/>
                  </a:schemeClr>
                </a:solidFill>
                <a:prstDash val="solid"/>
              </a:ln>
              <a:solidFill>
                <a:srgbClr val="C00000"/>
              </a:solidFill>
              <a:effectLst>
                <a:outerShdw dist="38100" dir="2640000" algn="bl" rotWithShape="0">
                  <a:schemeClr val="tx2">
                    <a:lumMod val="75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7191379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木活字">
  <a:themeElements>
    <a:clrScheme name="木活字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木活字">
      <a:majorFont>
        <a:latin typeface="Rockwell Condensed" panose="02060603050405020104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Rockwell" panose="02060603020205020403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木活字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od Type" id="{7ACABC62-BF99-48CF-A9DC-4DB89C7B13DC}" vid="{142A1326-48AB-42A9-8428-CB14AA30176D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DengXian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DengXian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Wood Type</Template>
  <TotalTime>3579</TotalTime>
  <Words>537</Words>
  <Application>Microsoft Macintosh PowerPoint</Application>
  <PresentationFormat>全屏显示(4:3)</PresentationFormat>
  <Paragraphs>119</Paragraphs>
  <Slides>34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34</vt:i4>
      </vt:variant>
    </vt:vector>
  </HeadingPairs>
  <TitlesOfParts>
    <vt:vector size="45" baseType="lpstr">
      <vt:lpstr>Calibri</vt:lpstr>
      <vt:lpstr>Courier</vt:lpstr>
      <vt:lpstr>DengXian</vt:lpstr>
      <vt:lpstr>Mangal</vt:lpstr>
      <vt:lpstr>Rockwell</vt:lpstr>
      <vt:lpstr>Rockwell Condensed</vt:lpstr>
      <vt:lpstr>Rockwell Extra Bold</vt:lpstr>
      <vt:lpstr>Times New Roman</vt:lpstr>
      <vt:lpstr>Wingdings</vt:lpstr>
      <vt:lpstr>方正姚体</vt:lpstr>
      <vt:lpstr>木活字</vt:lpstr>
      <vt:lpstr>DJANGO generic display view</vt:lpstr>
      <vt:lpstr>generic view</vt:lpstr>
      <vt:lpstr>Generic view</vt:lpstr>
      <vt:lpstr>Generic view</vt:lpstr>
      <vt:lpstr>Generic view</vt:lpstr>
      <vt:lpstr>generic display view</vt:lpstr>
      <vt:lpstr>Generic display view</vt:lpstr>
      <vt:lpstr>detailview</vt:lpstr>
      <vt:lpstr>DetailVIew</vt:lpstr>
      <vt:lpstr>DetailVIew</vt:lpstr>
      <vt:lpstr>DetailVIew</vt:lpstr>
      <vt:lpstr>DetailVIew</vt:lpstr>
      <vt:lpstr>DetailVIew</vt:lpstr>
      <vt:lpstr>DetailVIew</vt:lpstr>
      <vt:lpstr>DetailVIew</vt:lpstr>
      <vt:lpstr>DetailVIew</vt:lpstr>
      <vt:lpstr>listview</vt:lpstr>
      <vt:lpstr>Library system</vt:lpstr>
      <vt:lpstr>listview</vt:lpstr>
      <vt:lpstr>listview</vt:lpstr>
      <vt:lpstr>listview</vt:lpstr>
      <vt:lpstr>listview</vt:lpstr>
      <vt:lpstr>listview</vt:lpstr>
      <vt:lpstr>listview</vt:lpstr>
      <vt:lpstr>listview</vt:lpstr>
      <vt:lpstr>listview</vt:lpstr>
      <vt:lpstr>listview</vt:lpstr>
      <vt:lpstr>Library system</vt:lpstr>
      <vt:lpstr>homepage</vt:lpstr>
      <vt:lpstr>homepage</vt:lpstr>
      <vt:lpstr>homepage</vt:lpstr>
      <vt:lpstr>Namespacing URL names</vt:lpstr>
      <vt:lpstr>Namespacing URL names</vt:lpstr>
      <vt:lpstr>Questions?</vt:lpstr>
    </vt:vector>
  </TitlesOfParts>
  <Company/>
  <LinksUpToDate>false</LinksUpToDate>
  <SharedDoc>false</SharedDoc>
  <HyperlinksChanged>false</HyperlinksChanged>
  <AppVersion>15.0027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Django introduction</dc:title>
  <dc:creator>Jacqueline Jiang</dc:creator>
  <cp:lastModifiedBy>Jacqueline Jiang</cp:lastModifiedBy>
  <cp:revision>664</cp:revision>
  <dcterms:created xsi:type="dcterms:W3CDTF">2017-05-27T08:15:31Z</dcterms:created>
  <dcterms:modified xsi:type="dcterms:W3CDTF">2017-08-30T09:27:11Z</dcterms:modified>
</cp:coreProperties>
</file>